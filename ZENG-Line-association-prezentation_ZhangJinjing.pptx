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emf" ContentType="image/x-emf"/>
  <Default Extension="png" ContentType="image/png"/>
  <Default Extension="rels" ContentType="application/vnd.openxmlformats-package.relationship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11"/>
  </p:notesMasterIdLst>
  <p:sldIdLst>
    <p:sldId id="349" r:id="rId3"/>
    <p:sldId id="355" r:id="rId4"/>
    <p:sldId id="356" r:id="rId5"/>
    <p:sldId id="357" r:id="rId6"/>
    <p:sldId id="358" r:id="rId7"/>
    <p:sldId id="361" r:id="rId8"/>
    <p:sldId id="360" r:id="rId9"/>
    <p:sldId id="352" r:id="rId10"/>
  </p:sldIdLst>
  <p:sldSz cx="9144000" cy="5143500" type="screen16x9"/>
  <p:notesSz cx="6797675" cy="992632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26" userDrawn="1">
          <p15:clr>
            <a:srgbClr val="A4A3A4"/>
          </p15:clr>
        </p15:guide>
        <p15:guide id="2" orient="horz" pos="2709" userDrawn="1">
          <p15:clr>
            <a:srgbClr val="A4A3A4"/>
          </p15:clr>
        </p15:guide>
        <p15:guide id="3" orient="horz" pos="1772" userDrawn="1">
          <p15:clr>
            <a:srgbClr val="A4A3A4"/>
          </p15:clr>
        </p15:guide>
        <p15:guide id="4" orient="horz" pos="1717" userDrawn="1">
          <p15:clr>
            <a:srgbClr val="A4A3A4"/>
          </p15:clr>
        </p15:guide>
        <p15:guide id="5" orient="horz" pos="184" userDrawn="1">
          <p15:clr>
            <a:srgbClr val="A4A3A4"/>
          </p15:clr>
        </p15:guide>
        <p15:guide id="6" orient="horz" pos="3117" userDrawn="1">
          <p15:clr>
            <a:srgbClr val="A4A3A4"/>
          </p15:clr>
        </p15:guide>
        <p15:guide id="7" orient="horz" pos="3010" userDrawn="1">
          <p15:clr>
            <a:srgbClr val="A4A3A4"/>
          </p15:clr>
        </p15:guide>
        <p15:guide id="8" orient="horz" pos="2867" userDrawn="1">
          <p15:clr>
            <a:srgbClr val="A4A3A4"/>
          </p15:clr>
        </p15:guide>
        <p15:guide id="9" pos="250" userDrawn="1">
          <p15:clr>
            <a:srgbClr val="A4A3A4"/>
          </p15:clr>
        </p15:guide>
        <p15:guide id="11" pos="2880" userDrawn="1">
          <p15:clr>
            <a:srgbClr val="A4A3A4"/>
          </p15:clr>
        </p15:guide>
        <p15:guide id="12" pos="3787" userDrawn="1">
          <p15:clr>
            <a:srgbClr val="A4A3A4"/>
          </p15:clr>
        </p15:guide>
        <p15:guide id="13" pos="3742" userDrawn="1">
          <p15:clr>
            <a:srgbClr val="A4A3A4"/>
          </p15:clr>
        </p15:guide>
        <p15:guide id="14" pos="2018" userDrawn="1">
          <p15:clr>
            <a:srgbClr val="A4A3A4"/>
          </p15:clr>
        </p15:guide>
        <p15:guide id="15" pos="1973" userDrawn="1">
          <p15:clr>
            <a:srgbClr val="A4A3A4"/>
          </p15:clr>
        </p15:guide>
        <p15:guide id="19" pos="5511" userDrawn="1">
          <p15:clr>
            <a:srgbClr val="A4A3A4"/>
          </p15:clr>
        </p15:guide>
        <p15:guide id="17" pos="113" userDrawn="1">
          <p15:clr>
            <a:srgbClr val="A4A3A4"/>
          </p15:clr>
        </p15:guide>
        <p15:guide id="18" pos="564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A500"/>
    <a:srgbClr val="5F5F5F"/>
    <a:srgbClr val="747474"/>
    <a:srgbClr val="A6A6A6"/>
    <a:srgbClr val="B2B2B2"/>
    <a:srgbClr val="EAEAEA"/>
    <a:srgbClr val="FFFDFD"/>
    <a:srgbClr val="FFFDFE"/>
    <a:srgbClr val="FFFEFE"/>
    <a:srgbClr val="FFFE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173" autoAdjust="0"/>
    <p:restoredTop sz="94660"/>
  </p:normalViewPr>
  <p:slideViewPr>
    <p:cSldViewPr snapToObjects="1" showGuides="1">
      <p:cViewPr varScale="1">
        <p:scale>
          <a:sx n="131" d="100"/>
          <a:sy n="131" d="100"/>
        </p:scale>
        <p:origin x="216" y="77"/>
      </p:cViewPr>
      <p:guideLst>
        <p:guide orient="horz" pos="826"/>
        <p:guide orient="horz" pos="2709"/>
        <p:guide orient="horz" pos="1772"/>
        <p:guide orient="horz" pos="1717"/>
        <p:guide orient="horz" pos="184"/>
        <p:guide orient="horz" pos="3117"/>
        <p:guide orient="horz" pos="3010"/>
        <p:guide orient="horz" pos="2867"/>
        <p:guide pos="250"/>
        <p:guide pos="2880"/>
        <p:guide pos="3787"/>
        <p:guide pos="3742"/>
        <p:guide pos="2018"/>
        <p:guide pos="1973"/>
        <p:guide pos="5511"/>
        <p:guide pos="113"/>
        <p:guide pos="564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customXml" Target="../customXml/item3.xml"/><Relationship Id="rId16" Type="http://schemas.openxmlformats.org/officeDocument/2006/relationships/customXml" Target="../customXml/item2.xml"/><Relationship Id="rId15" Type="http://schemas.openxmlformats.org/officeDocument/2006/relationships/customXml" Target="../customXml/item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C568D1-65C2-4CDE-9B8E-4F04E333B056}" type="datetimeFigureOut">
              <a:rPr lang="en-US" smtClean="0"/>
            </a:fld>
            <a:endParaRPr lang="en-U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917575" y="4714875"/>
            <a:ext cx="4962525" cy="44672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Textmasterformate durch Klicken bearbeiten</a:t>
            </a:r>
            <a:endParaRPr lang="de-DE" dirty="0"/>
          </a:p>
          <a:p>
            <a:pPr lvl="1"/>
            <a:r>
              <a:rPr lang="de-DE" dirty="0"/>
              <a:t>Zweite Ebene</a:t>
            </a:r>
            <a:endParaRPr lang="de-DE" dirty="0"/>
          </a:p>
          <a:p>
            <a:pPr lvl="2"/>
            <a:r>
              <a:rPr lang="de-DE" dirty="0"/>
              <a:t>Dritte Ebene</a:t>
            </a:r>
            <a:endParaRPr lang="de-DE" dirty="0"/>
          </a:p>
          <a:p>
            <a:pPr lvl="3"/>
            <a:r>
              <a:rPr lang="de-DE" dirty="0"/>
              <a:t>Vierte Ebene</a:t>
            </a:r>
            <a:endParaRPr lang="de-DE" dirty="0"/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CD5AE8-B077-49EA-8F01-5B4042BFABD6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171450" indent="-171450" algn="l" defTabSz="914400" rtl="0" eaLnBrk="1" latinLnBrk="0" hangingPunct="1">
      <a:spcAft>
        <a:spcPts val="600"/>
      </a:spcAft>
      <a:buFont typeface="Arial" panose="020B0604020202020204" pitchFamily="34" charset="0"/>
      <a:buChar char="›"/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535305" indent="-171450" algn="l" defTabSz="914400" rtl="0" eaLnBrk="1" latinLnBrk="0" hangingPunct="1">
      <a:spcAft>
        <a:spcPts val="600"/>
      </a:spcAft>
      <a:buFont typeface="Arial" panose="020B0604020202020204" pitchFamily="34" charset="0"/>
      <a:buChar char="›"/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897255" indent="-171450" algn="l" defTabSz="914400" rtl="0" eaLnBrk="1" latinLnBrk="0" hangingPunct="1">
      <a:spcAft>
        <a:spcPts val="600"/>
      </a:spcAft>
      <a:buFont typeface="Arial" panose="020B0604020202020204" pitchFamily="34" charset="0"/>
      <a:buChar char="›"/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249680" indent="-171450" algn="l" defTabSz="914400" rtl="0" eaLnBrk="1" latinLnBrk="0" hangingPunct="1">
      <a:spcAft>
        <a:spcPts val="600"/>
      </a:spcAft>
      <a:buFont typeface="Arial" panose="020B0604020202020204" pitchFamily="34" charset="0"/>
      <a:buChar char="›"/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622425" indent="-171450" algn="l" defTabSz="914400" rtl="0" eaLnBrk="1" latinLnBrk="0" hangingPunct="1">
      <a:spcAft>
        <a:spcPts val="600"/>
      </a:spcAft>
      <a:buFont typeface="Arial" panose="020B0604020202020204" pitchFamily="34" charset="0"/>
      <a:buChar char="›"/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small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hteck 35"/>
          <p:cNvSpPr/>
          <p:nvPr userDrawn="1"/>
        </p:nvSpPr>
        <p:spPr>
          <a:xfrm>
            <a:off x="179389" y="195262"/>
            <a:ext cx="8785225" cy="2736851"/>
          </a:xfrm>
          <a:prstGeom prst="rect">
            <a:avLst/>
          </a:prstGeom>
          <a:pattFill prst="wdUpDiag">
            <a:fgClr>
              <a:schemeClr val="accent5"/>
            </a:fgClr>
            <a:bgClr>
              <a:schemeClr val="accent6"/>
            </a:bgClr>
          </a:pattFill>
          <a:ln w="952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bIns="360000" rtlCol="0" anchor="b" anchorCtr="0"/>
          <a:lstStyle/>
          <a:p>
            <a:pPr algn="ctr"/>
            <a:r>
              <a:rPr lang="en-US" sz="1600" noProof="0" dirty="0" err="1">
                <a:solidFill>
                  <a:schemeClr val="bg1"/>
                </a:solidFill>
              </a:rPr>
              <a:t>Bitte</a:t>
            </a:r>
            <a:r>
              <a:rPr lang="en-US" sz="1600" baseline="0" noProof="0" dirty="0">
                <a:solidFill>
                  <a:schemeClr val="bg1"/>
                </a:solidFill>
              </a:rPr>
              <a:t> </a:t>
            </a:r>
            <a:r>
              <a:rPr lang="en-US" sz="1600" baseline="0" noProof="0" dirty="0" err="1">
                <a:solidFill>
                  <a:schemeClr val="bg1"/>
                </a:solidFill>
              </a:rPr>
              <a:t>decken</a:t>
            </a:r>
            <a:r>
              <a:rPr lang="en-US" sz="1600" baseline="0" noProof="0" dirty="0">
                <a:solidFill>
                  <a:schemeClr val="bg1"/>
                </a:solidFill>
              </a:rPr>
              <a:t> </a:t>
            </a:r>
            <a:r>
              <a:rPr lang="en-US" sz="1600" baseline="0" noProof="0" dirty="0" err="1">
                <a:solidFill>
                  <a:schemeClr val="bg1"/>
                </a:solidFill>
              </a:rPr>
              <a:t>Sie</a:t>
            </a:r>
            <a:r>
              <a:rPr lang="en-US" sz="1600" baseline="0" noProof="0" dirty="0">
                <a:solidFill>
                  <a:schemeClr val="bg1"/>
                </a:solidFill>
              </a:rPr>
              <a:t> die </a:t>
            </a:r>
            <a:r>
              <a:rPr lang="en-US" sz="1600" baseline="0" noProof="0" dirty="0" err="1">
                <a:solidFill>
                  <a:schemeClr val="bg1"/>
                </a:solidFill>
              </a:rPr>
              <a:t>schraffierte</a:t>
            </a:r>
            <a:r>
              <a:rPr lang="en-US" sz="1600" baseline="0" noProof="0" dirty="0">
                <a:solidFill>
                  <a:schemeClr val="bg1"/>
                </a:solidFill>
              </a:rPr>
              <a:t> </a:t>
            </a:r>
            <a:r>
              <a:rPr lang="en-US" sz="1600" baseline="0" noProof="0" dirty="0" err="1">
                <a:solidFill>
                  <a:schemeClr val="bg1"/>
                </a:solidFill>
              </a:rPr>
              <a:t>Fläche</a:t>
            </a:r>
            <a:r>
              <a:rPr lang="en-US" sz="1600" baseline="0" noProof="0" dirty="0">
                <a:solidFill>
                  <a:schemeClr val="bg1"/>
                </a:solidFill>
              </a:rPr>
              <a:t> </a:t>
            </a:r>
            <a:r>
              <a:rPr lang="en-US" sz="1600" baseline="0" noProof="0" dirty="0" err="1">
                <a:solidFill>
                  <a:schemeClr val="bg1"/>
                </a:solidFill>
              </a:rPr>
              <a:t>mit</a:t>
            </a:r>
            <a:r>
              <a:rPr lang="en-US" sz="1600" baseline="0" noProof="0" dirty="0">
                <a:solidFill>
                  <a:schemeClr val="bg1"/>
                </a:solidFill>
              </a:rPr>
              <a:t> </a:t>
            </a:r>
            <a:r>
              <a:rPr lang="en-US" sz="1600" baseline="0" noProof="0" dirty="0" err="1">
                <a:solidFill>
                  <a:schemeClr val="bg1"/>
                </a:solidFill>
              </a:rPr>
              <a:t>einem</a:t>
            </a:r>
            <a:r>
              <a:rPr lang="en-US" sz="1600" baseline="0" noProof="0" dirty="0">
                <a:solidFill>
                  <a:schemeClr val="bg1"/>
                </a:solidFill>
              </a:rPr>
              <a:t> </a:t>
            </a:r>
            <a:r>
              <a:rPr lang="en-US" sz="1600" baseline="0" noProof="0" dirty="0" err="1">
                <a:solidFill>
                  <a:schemeClr val="bg1"/>
                </a:solidFill>
              </a:rPr>
              <a:t>Bild</a:t>
            </a:r>
            <a:r>
              <a:rPr lang="en-US" sz="1600" baseline="0" noProof="0" dirty="0">
                <a:solidFill>
                  <a:schemeClr val="bg1"/>
                </a:solidFill>
              </a:rPr>
              <a:t> ab</a:t>
            </a:r>
            <a:r>
              <a:rPr lang="en-US" sz="1600" noProof="0" dirty="0">
                <a:solidFill>
                  <a:schemeClr val="bg1"/>
                </a:solidFill>
              </a:rPr>
              <a:t>.</a:t>
            </a:r>
            <a:endParaRPr lang="en-US" sz="1600" noProof="0" dirty="0">
              <a:solidFill>
                <a:schemeClr val="bg1"/>
              </a:solidFill>
            </a:endParaRPr>
          </a:p>
          <a:p>
            <a:pPr algn="ctr"/>
            <a:r>
              <a:rPr lang="en-US" sz="1600" noProof="0" dirty="0">
                <a:solidFill>
                  <a:schemeClr val="bg1"/>
                </a:solidFill>
              </a:rPr>
              <a:t>Please cover</a:t>
            </a:r>
            <a:r>
              <a:rPr lang="en-US" sz="1600" baseline="0" noProof="0" dirty="0">
                <a:solidFill>
                  <a:schemeClr val="bg1"/>
                </a:solidFill>
              </a:rPr>
              <a:t> the shaded area with a picture</a:t>
            </a:r>
            <a:r>
              <a:rPr lang="en-US" sz="1600" noProof="0" dirty="0">
                <a:solidFill>
                  <a:schemeClr val="bg1"/>
                </a:solidFill>
              </a:rPr>
              <a:t>.</a:t>
            </a:r>
            <a:endParaRPr lang="en-US" sz="1600" noProof="0" dirty="0">
              <a:solidFill>
                <a:schemeClr val="bg1"/>
              </a:solidFill>
            </a:endParaRPr>
          </a:p>
          <a:p>
            <a:pPr algn="ctr"/>
            <a:r>
              <a:rPr lang="en-US" sz="1600" noProof="0" dirty="0">
                <a:solidFill>
                  <a:schemeClr val="bg1"/>
                </a:solidFill>
              </a:rPr>
              <a:t>(24,4 x 7,6 cm)</a:t>
            </a:r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503548" y="3111810"/>
            <a:ext cx="8172141" cy="417600"/>
          </a:xfrm>
        </p:spPr>
        <p:txBody>
          <a:bodyPr tIns="0" rIns="0" bIns="0" anchor="t" anchorCtr="0">
            <a:noAutofit/>
          </a:bodyPr>
          <a:lstStyle>
            <a:lvl1pPr algn="l"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 noProof="0" dirty="0" err="1"/>
              <a:t>Titelmasterformat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503548" y="3457410"/>
            <a:ext cx="8172140" cy="842532"/>
          </a:xfrm>
        </p:spPr>
        <p:txBody>
          <a:bodyPr tIns="0" rIns="0" bIns="0" anchor="t" anchorCtr="0">
            <a:noAutofit/>
          </a:bodyPr>
          <a:lstStyle>
            <a:lvl1pPr marL="0" indent="0" algn="l">
              <a:spcAft>
                <a:spcPts val="0"/>
              </a:spcAft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 dirty="0" err="1"/>
              <a:t>Formatvorlage</a:t>
            </a:r>
            <a:r>
              <a:rPr lang="en-US" noProof="0" dirty="0"/>
              <a:t> des </a:t>
            </a:r>
            <a:r>
              <a:rPr lang="en-US" noProof="0" dirty="0" err="1"/>
              <a:t>Untertitelmasters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0" hasCustomPrompt="1"/>
          </p:nvPr>
        </p:nvSpPr>
        <p:spPr>
          <a:xfrm>
            <a:off x="503548" y="4299942"/>
            <a:ext cx="2628590" cy="367200"/>
          </a:xfrm>
        </p:spPr>
        <p:txBody>
          <a:bodyPr tIns="0" bIns="0" anchor="b" anchorCtr="0">
            <a:normAutofit/>
          </a:bodyPr>
          <a:lstStyle>
            <a:lvl1pPr marL="0" indent="0">
              <a:spcAft>
                <a:spcPts val="0"/>
              </a:spcAft>
              <a:buNone/>
              <a:defRPr sz="900" b="0"/>
            </a:lvl1pPr>
          </a:lstStyle>
          <a:p>
            <a:pPr lvl="0"/>
            <a:r>
              <a:rPr lang="en-US" noProof="0" dirty="0"/>
              <a:t>URL</a:t>
            </a:r>
            <a:endParaRPr lang="en-US" noProof="0" dirty="0"/>
          </a:p>
          <a:p>
            <a:pPr lvl="0"/>
            <a:endParaRPr lang="en-US" noProof="0" dirty="0"/>
          </a:p>
        </p:txBody>
      </p:sp>
      <p:sp>
        <p:nvSpPr>
          <p:cNvPr id="11" name="Textplatzhalt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599892" y="4299942"/>
            <a:ext cx="5075797" cy="367200"/>
          </a:xfrm>
        </p:spPr>
        <p:txBody>
          <a:bodyPr tIns="0" bIns="0" anchor="b" anchorCtr="0">
            <a:normAutofit/>
          </a:bodyPr>
          <a:lstStyle>
            <a:lvl1pPr marL="0" indent="0" algn="r">
              <a:spcAft>
                <a:spcPts val="0"/>
              </a:spcAft>
              <a:buNone/>
              <a:defRPr sz="900" b="0"/>
            </a:lvl1pPr>
          </a:lstStyle>
          <a:p>
            <a:pPr lvl="0"/>
            <a:r>
              <a:rPr lang="en-US" noProof="0"/>
              <a:t>Division Naming</a:t>
            </a:r>
            <a:endParaRPr lang="en-US" noProof="0"/>
          </a:p>
          <a:p>
            <a:pPr lvl="0"/>
            <a:endParaRPr lang="en-US" noProof="0"/>
          </a:p>
        </p:txBody>
      </p:sp>
      <p:grpSp>
        <p:nvGrpSpPr>
          <p:cNvPr id="4" name="Gruppieren 15"/>
          <p:cNvGrpSpPr/>
          <p:nvPr userDrawn="1"/>
        </p:nvGrpSpPr>
        <p:grpSpPr>
          <a:xfrm>
            <a:off x="0" y="0"/>
            <a:ext cx="9144000" cy="5143501"/>
            <a:chOff x="0" y="0"/>
            <a:chExt cx="9144000" cy="6858001"/>
          </a:xfrm>
        </p:grpSpPr>
        <p:sp>
          <p:nvSpPr>
            <p:cNvPr id="16" name="Rechteck 15"/>
            <p:cNvSpPr/>
            <p:nvPr userDrawn="1"/>
          </p:nvSpPr>
          <p:spPr>
            <a:xfrm>
              <a:off x="0" y="0"/>
              <a:ext cx="9144000" cy="260351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7" name="Rechteck 16"/>
            <p:cNvSpPr/>
            <p:nvPr userDrawn="1"/>
          </p:nvSpPr>
          <p:spPr>
            <a:xfrm>
              <a:off x="0" y="6597652"/>
              <a:ext cx="9144000" cy="260349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8" name="Rechteck 17"/>
            <p:cNvSpPr/>
            <p:nvPr userDrawn="1"/>
          </p:nvSpPr>
          <p:spPr>
            <a:xfrm>
              <a:off x="0" y="0"/>
              <a:ext cx="179388" cy="6857999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9" name="Rechteck 18"/>
            <p:cNvSpPr/>
            <p:nvPr userDrawn="1"/>
          </p:nvSpPr>
          <p:spPr>
            <a:xfrm>
              <a:off x="8964612" y="0"/>
              <a:ext cx="179387" cy="6857999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>
                <a:solidFill>
                  <a:schemeClr val="bg2">
                    <a:lumMod val="10000"/>
                  </a:schemeClr>
                </a:solidFill>
              </a:endParaRPr>
            </a:p>
          </p:txBody>
        </p:sp>
      </p:grpSp>
      <p:sp>
        <p:nvSpPr>
          <p:cNvPr id="30" name="Textplatzhalter 29"/>
          <p:cNvSpPr>
            <a:spLocks noGrp="1"/>
          </p:cNvSpPr>
          <p:nvPr>
            <p:ph type="body" sz="quarter" idx="12" hasCustomPrompt="1"/>
          </p:nvPr>
        </p:nvSpPr>
        <p:spPr>
          <a:xfrm>
            <a:off x="503239" y="0"/>
            <a:ext cx="2556593" cy="13104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spcAft>
                <a:spcPts val="0"/>
              </a:spcAft>
              <a:buNone/>
              <a:defRPr sz="800"/>
            </a:lvl1pPr>
          </a:lstStyle>
          <a:p>
            <a:pPr lvl="0"/>
            <a:r>
              <a:rPr lang="en-US" noProof="0"/>
              <a:t>Das Quality Seal hat im Vordergrund zu stehen.</a:t>
            </a:r>
            <a:br>
              <a:rPr lang="en-US" noProof="0"/>
            </a:br>
            <a:r>
              <a:rPr lang="en-US" noProof="0"/>
              <a:t>Bitte ändern Sie nicht die Größe oder Position.</a:t>
            </a:r>
            <a:br>
              <a:rPr lang="en-US" noProof="0"/>
            </a:br>
            <a:r>
              <a:rPr lang="en-US" noProof="0"/>
              <a:t>The Quality Seal has to stay on top. </a:t>
            </a:r>
            <a:br>
              <a:rPr lang="en-US" noProof="0"/>
            </a:br>
            <a:r>
              <a:rPr lang="en-US" noProof="0"/>
              <a:t>Please do not change size or position.</a:t>
            </a:r>
            <a:endParaRPr lang="en-US" noProof="0"/>
          </a:p>
          <a:p>
            <a:pPr lvl="0"/>
            <a:endParaRPr lang="en-US" noProof="0"/>
          </a:p>
        </p:txBody>
      </p:sp>
      <p:sp>
        <p:nvSpPr>
          <p:cNvPr id="31" name="Rechteck 30"/>
          <p:cNvSpPr/>
          <p:nvPr userDrawn="1"/>
        </p:nvSpPr>
        <p:spPr>
          <a:xfrm>
            <a:off x="503548" y="-425554"/>
            <a:ext cx="8640452" cy="36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46800" rIns="72000" bIns="46800" rtlCol="0" anchor="t" anchorCtr="0"/>
          <a:lstStyle/>
          <a:p>
            <a:r>
              <a:rPr lang="en-US" sz="900" noProof="0" dirty="0" err="1">
                <a:solidFill>
                  <a:schemeClr val="tx1"/>
                </a:solidFill>
              </a:rPr>
              <a:t>Wenn</a:t>
            </a:r>
            <a:r>
              <a:rPr lang="en-US" sz="900" noProof="0" dirty="0">
                <a:solidFill>
                  <a:schemeClr val="tx1"/>
                </a:solidFill>
              </a:rPr>
              <a:t> </a:t>
            </a:r>
            <a:r>
              <a:rPr lang="en-US" sz="900" noProof="0" dirty="0" err="1">
                <a:solidFill>
                  <a:schemeClr val="tx1"/>
                </a:solidFill>
              </a:rPr>
              <a:t>Sie</a:t>
            </a:r>
            <a:r>
              <a:rPr lang="en-US" sz="900" noProof="0" dirty="0">
                <a:solidFill>
                  <a:schemeClr val="tx1"/>
                </a:solidFill>
              </a:rPr>
              <a:t> </a:t>
            </a:r>
            <a:r>
              <a:rPr lang="en-US" sz="900" noProof="0" dirty="0" err="1">
                <a:solidFill>
                  <a:schemeClr val="tx1"/>
                </a:solidFill>
              </a:rPr>
              <a:t>ein</a:t>
            </a:r>
            <a:r>
              <a:rPr lang="en-US" sz="900" noProof="0" dirty="0">
                <a:solidFill>
                  <a:schemeClr val="tx1"/>
                </a:solidFill>
              </a:rPr>
              <a:t> </a:t>
            </a:r>
            <a:r>
              <a:rPr lang="en-US" sz="900" noProof="0" dirty="0" err="1">
                <a:solidFill>
                  <a:schemeClr val="tx1"/>
                </a:solidFill>
              </a:rPr>
              <a:t>neues</a:t>
            </a:r>
            <a:r>
              <a:rPr lang="en-US" sz="900" noProof="0" dirty="0">
                <a:solidFill>
                  <a:schemeClr val="tx1"/>
                </a:solidFill>
              </a:rPr>
              <a:t> </a:t>
            </a:r>
            <a:r>
              <a:rPr lang="en-US" sz="900" noProof="0" dirty="0" err="1">
                <a:solidFill>
                  <a:schemeClr val="tx1"/>
                </a:solidFill>
              </a:rPr>
              <a:t>Bild</a:t>
            </a:r>
            <a:r>
              <a:rPr lang="en-US" sz="900" noProof="0" dirty="0">
                <a:solidFill>
                  <a:schemeClr val="tx1"/>
                </a:solidFill>
              </a:rPr>
              <a:t> </a:t>
            </a:r>
            <a:r>
              <a:rPr lang="en-US" sz="900" noProof="0" dirty="0" err="1">
                <a:solidFill>
                  <a:schemeClr val="tx1"/>
                </a:solidFill>
              </a:rPr>
              <a:t>einfügen</a:t>
            </a:r>
            <a:r>
              <a:rPr lang="en-US" sz="900" noProof="0" dirty="0">
                <a:solidFill>
                  <a:schemeClr val="tx1"/>
                </a:solidFill>
              </a:rPr>
              <a:t>: </a:t>
            </a:r>
            <a:r>
              <a:rPr lang="en-US" sz="900" noProof="0" dirty="0" err="1">
                <a:solidFill>
                  <a:schemeClr val="tx1"/>
                </a:solidFill>
              </a:rPr>
              <a:t>Klicken</a:t>
            </a:r>
            <a:r>
              <a:rPr lang="en-US" sz="900" noProof="0" dirty="0">
                <a:solidFill>
                  <a:schemeClr val="tx1"/>
                </a:solidFill>
              </a:rPr>
              <a:t> </a:t>
            </a:r>
            <a:r>
              <a:rPr lang="en-US" sz="900" noProof="0" dirty="0" err="1">
                <a:solidFill>
                  <a:schemeClr val="tx1"/>
                </a:solidFill>
              </a:rPr>
              <a:t>Sie</a:t>
            </a:r>
            <a:r>
              <a:rPr lang="en-US" sz="900" noProof="0" dirty="0">
                <a:solidFill>
                  <a:schemeClr val="tx1"/>
                </a:solidFill>
              </a:rPr>
              <a:t> </a:t>
            </a:r>
            <a:r>
              <a:rPr lang="en-US" sz="900" noProof="0" dirty="0" err="1">
                <a:solidFill>
                  <a:schemeClr val="tx1"/>
                </a:solidFill>
              </a:rPr>
              <a:t>mit</a:t>
            </a:r>
            <a:r>
              <a:rPr lang="en-US" sz="900" noProof="0" dirty="0">
                <a:solidFill>
                  <a:schemeClr val="tx1"/>
                </a:solidFill>
              </a:rPr>
              <a:t> </a:t>
            </a:r>
            <a:r>
              <a:rPr lang="en-US" sz="900" noProof="0" dirty="0" err="1">
                <a:solidFill>
                  <a:schemeClr val="tx1"/>
                </a:solidFill>
              </a:rPr>
              <a:t>der</a:t>
            </a:r>
            <a:r>
              <a:rPr lang="en-US" sz="900" noProof="0" dirty="0">
                <a:solidFill>
                  <a:schemeClr val="tx1"/>
                </a:solidFill>
              </a:rPr>
              <a:t> </a:t>
            </a:r>
            <a:r>
              <a:rPr lang="en-US" sz="900" noProof="0" dirty="0" err="1">
                <a:solidFill>
                  <a:schemeClr val="tx1"/>
                </a:solidFill>
              </a:rPr>
              <a:t>rechten</a:t>
            </a:r>
            <a:r>
              <a:rPr lang="en-US" sz="900" noProof="0" dirty="0">
                <a:solidFill>
                  <a:schemeClr val="tx1"/>
                </a:solidFill>
              </a:rPr>
              <a:t> </a:t>
            </a:r>
            <a:r>
              <a:rPr lang="en-US" sz="900" noProof="0" dirty="0" err="1">
                <a:solidFill>
                  <a:schemeClr val="tx1"/>
                </a:solidFill>
              </a:rPr>
              <a:t>Maustaste</a:t>
            </a:r>
            <a:r>
              <a:rPr lang="en-US" sz="900" noProof="0" dirty="0">
                <a:solidFill>
                  <a:schemeClr val="tx1"/>
                </a:solidFill>
              </a:rPr>
              <a:t> auf das </a:t>
            </a:r>
            <a:r>
              <a:rPr lang="en-US" sz="900" noProof="0" dirty="0" err="1">
                <a:solidFill>
                  <a:schemeClr val="tx1"/>
                </a:solidFill>
              </a:rPr>
              <a:t>Bild</a:t>
            </a:r>
            <a:r>
              <a:rPr lang="en-US" sz="900" noProof="0" dirty="0">
                <a:solidFill>
                  <a:schemeClr val="tx1"/>
                </a:solidFill>
              </a:rPr>
              <a:t> und </a:t>
            </a:r>
            <a:r>
              <a:rPr lang="en-US" sz="900" noProof="0" dirty="0" err="1">
                <a:solidFill>
                  <a:schemeClr val="tx1"/>
                </a:solidFill>
              </a:rPr>
              <a:t>wählen</a:t>
            </a:r>
            <a:r>
              <a:rPr lang="en-US" sz="900" noProof="0" dirty="0">
                <a:solidFill>
                  <a:schemeClr val="tx1"/>
                </a:solidFill>
              </a:rPr>
              <a:t> „In den </a:t>
            </a:r>
            <a:r>
              <a:rPr lang="en-US" sz="900" noProof="0" dirty="0" err="1">
                <a:solidFill>
                  <a:schemeClr val="tx1"/>
                </a:solidFill>
              </a:rPr>
              <a:t>Hintergrund</a:t>
            </a:r>
            <a:r>
              <a:rPr lang="en-US" sz="900" noProof="0" dirty="0">
                <a:solidFill>
                  <a:schemeClr val="tx1"/>
                </a:solidFill>
              </a:rPr>
              <a:t>“, um das </a:t>
            </a:r>
            <a:r>
              <a:rPr lang="en-US" sz="900" noProof="0" dirty="0" err="1">
                <a:solidFill>
                  <a:schemeClr val="tx1"/>
                </a:solidFill>
              </a:rPr>
              <a:t>Bild</a:t>
            </a:r>
            <a:r>
              <a:rPr lang="en-US" sz="900" noProof="0" dirty="0">
                <a:solidFill>
                  <a:schemeClr val="tx1"/>
                </a:solidFill>
              </a:rPr>
              <a:t> hinter das Quality Seal </a:t>
            </a:r>
            <a:r>
              <a:rPr lang="en-US" sz="900" noProof="0" dirty="0" err="1">
                <a:solidFill>
                  <a:schemeClr val="tx1"/>
                </a:solidFill>
              </a:rPr>
              <a:t>zu</a:t>
            </a:r>
            <a:r>
              <a:rPr lang="en-US" sz="900" noProof="0" dirty="0">
                <a:solidFill>
                  <a:schemeClr val="tx1"/>
                </a:solidFill>
              </a:rPr>
              <a:t> </a:t>
            </a:r>
            <a:r>
              <a:rPr lang="en-US" sz="900" noProof="0" dirty="0" err="1">
                <a:solidFill>
                  <a:schemeClr val="tx1"/>
                </a:solidFill>
              </a:rPr>
              <a:t>bringen</a:t>
            </a:r>
            <a:r>
              <a:rPr lang="en-US" sz="900" noProof="0" dirty="0">
                <a:solidFill>
                  <a:schemeClr val="tx1"/>
                </a:solidFill>
              </a:rPr>
              <a:t>.</a:t>
            </a:r>
            <a:endParaRPr lang="en-US" sz="900" noProof="0" dirty="0">
              <a:solidFill>
                <a:schemeClr val="tx1"/>
              </a:solidFill>
            </a:endParaRPr>
          </a:p>
          <a:p>
            <a:r>
              <a:rPr lang="en-US" sz="900" noProof="0" dirty="0">
                <a:solidFill>
                  <a:schemeClr val="tx1"/>
                </a:solidFill>
              </a:rPr>
              <a:t>If you insert a new picture: Right click on the picture and select “Send to the back” to position it behind the Quality Seal.</a:t>
            </a:r>
            <a:endParaRPr lang="en-US" sz="900" noProof="0" dirty="0">
              <a:solidFill>
                <a:schemeClr val="tx1"/>
              </a:solidFill>
            </a:endParaRPr>
          </a:p>
        </p:txBody>
      </p:sp>
      <p:cxnSp>
        <p:nvCxnSpPr>
          <p:cNvPr id="32" name="Gerade Verbindung 31"/>
          <p:cNvCxnSpPr/>
          <p:nvPr userDrawn="1"/>
        </p:nvCxnSpPr>
        <p:spPr>
          <a:xfrm>
            <a:off x="503548" y="-128550"/>
            <a:ext cx="0" cy="10038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Gerade Verbindung 32"/>
          <p:cNvCxnSpPr/>
          <p:nvPr userDrawn="1"/>
        </p:nvCxnSpPr>
        <p:spPr>
          <a:xfrm>
            <a:off x="3059832" y="-128550"/>
            <a:ext cx="0" cy="10038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Gerade Verbindung 33"/>
          <p:cNvCxnSpPr/>
          <p:nvPr userDrawn="1"/>
        </p:nvCxnSpPr>
        <p:spPr>
          <a:xfrm rot="5400000">
            <a:off x="-103432" y="1243480"/>
            <a:ext cx="0" cy="133840"/>
          </a:xfrm>
          <a:prstGeom prst="line">
            <a:avLst/>
          </a:prstGeom>
          <a:ln w="31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Gerade Verbindung 34"/>
          <p:cNvCxnSpPr/>
          <p:nvPr userDrawn="1"/>
        </p:nvCxnSpPr>
        <p:spPr>
          <a:xfrm rot="5400000">
            <a:off x="-113608" y="-66920"/>
            <a:ext cx="0" cy="133840"/>
          </a:xfrm>
          <a:prstGeom prst="line">
            <a:avLst/>
          </a:prstGeom>
          <a:ln w="31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95289" y="1347788"/>
            <a:ext cx="8353425" cy="2808287"/>
          </a:xfrm>
        </p:spPr>
        <p:txBody>
          <a:bodyPr/>
          <a:lstStyle>
            <a:lvl1pPr marL="177800" indent="-177800">
              <a:buSzPct val="125000"/>
              <a:buFont typeface="Arial" panose="020B0604020202020204" pitchFamily="34" charset="0"/>
              <a:buChar char="›"/>
              <a:defRPr>
                <a:solidFill>
                  <a:schemeClr val="tx1"/>
                </a:solidFill>
              </a:defRPr>
            </a:lvl1pPr>
            <a:lvl2pPr marL="541655" indent="-184150">
              <a:buSzPct val="125000"/>
              <a:buFont typeface="Arial" panose="020B0604020202020204" pitchFamily="34" charset="0"/>
              <a:buChar char="›"/>
              <a:defRPr>
                <a:solidFill>
                  <a:schemeClr val="tx1"/>
                </a:solidFill>
              </a:defRPr>
            </a:lvl2pPr>
            <a:lvl3pPr marL="897255" indent="-177800">
              <a:buSzPct val="125000"/>
              <a:buFont typeface="Arial" panose="020B0604020202020204" pitchFamily="34" charset="0"/>
              <a:buChar char="›"/>
              <a:defRPr>
                <a:solidFill>
                  <a:schemeClr val="tx1"/>
                </a:solidFill>
              </a:defRPr>
            </a:lvl3pPr>
            <a:lvl4pPr marL="1254125" indent="-179705">
              <a:buSzPct val="125000"/>
              <a:buFont typeface="Arial" panose="020B0604020202020204" pitchFamily="34" charset="0"/>
              <a:buChar char="›"/>
              <a:defRPr>
                <a:solidFill>
                  <a:schemeClr val="tx1"/>
                </a:solidFill>
              </a:defRPr>
            </a:lvl4pPr>
            <a:lvl5pPr marL="1616075" indent="-177800">
              <a:buSzPct val="125000"/>
              <a:buFont typeface="Arial" panose="020B0604020202020204" pitchFamily="34" charset="0"/>
              <a:buChar char="›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 err="1"/>
              <a:t>Textmasterformate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noProof="0" dirty="0" err="1"/>
              <a:t>Zweite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2"/>
            <a:r>
              <a:rPr lang="en-US" noProof="0" dirty="0" err="1"/>
              <a:t>Dritte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3"/>
            <a:r>
              <a:rPr lang="en-US" noProof="0" dirty="0" err="1"/>
              <a:t>Vierte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4"/>
            <a:r>
              <a:rPr lang="en-US" noProof="0" dirty="0" err="1"/>
              <a:t>Fünfte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</p:txBody>
      </p:sp>
      <p:sp>
        <p:nvSpPr>
          <p:cNvPr id="8" name="Titel 7"/>
          <p:cNvSpPr>
            <a:spLocks noGrp="1"/>
          </p:cNvSpPr>
          <p:nvPr>
            <p:ph type="title"/>
          </p:nvPr>
        </p:nvSpPr>
        <p:spPr>
          <a:xfrm>
            <a:off x="395289" y="303213"/>
            <a:ext cx="8353425" cy="7207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noProof="0" dirty="0" err="1"/>
              <a:t>Titelmasterformat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</p:txBody>
      </p:sp>
      <p:sp>
        <p:nvSpPr>
          <p:cNvPr id="9" name="Datumsplatzhalter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A1A14F1-A98B-4B01-AB5C-4EDA8538C6C0}" type="datetime3">
              <a:rPr lang="en-US" noProof="0" smtClean="0"/>
            </a:fld>
            <a:endParaRPr lang="en-US" noProof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DA48181-2C78-49CB-8C52-912A07842C2E}" type="slidenum">
              <a:rPr lang="en-US" noProof="0" smtClean="0"/>
            </a:fld>
            <a:endParaRPr lang="en-US" noProof="0"/>
          </a:p>
        </p:txBody>
      </p:sp>
      <p:sp>
        <p:nvSpPr>
          <p:cNvPr id="11" name="Fußzeilenplatzhalt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Author, © Continental AG</a:t>
            </a:r>
            <a:endParaRPr lang="en-US" noProof="0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503548" y="2427585"/>
            <a:ext cx="8172140" cy="417600"/>
          </a:xfrm>
        </p:spPr>
        <p:txBody>
          <a:bodyPr tIns="0" rIns="0" bIns="0" anchor="t" anchorCtr="0">
            <a:noAutofit/>
          </a:bodyPr>
          <a:lstStyle>
            <a:lvl1pPr algn="l"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 noProof="0" dirty="0" err="1"/>
              <a:t>Titelmasterformat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503548" y="2773185"/>
            <a:ext cx="8172140" cy="878685"/>
          </a:xfrm>
        </p:spPr>
        <p:txBody>
          <a:bodyPr tIns="0" rIns="0" bIns="0" anchor="t" anchorCtr="0">
            <a:noAutofit/>
          </a:bodyPr>
          <a:lstStyle>
            <a:lvl1pPr marL="0" indent="0" algn="l">
              <a:spcAft>
                <a:spcPts val="0"/>
              </a:spcAft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 dirty="0" err="1"/>
              <a:t>Formatvorlage</a:t>
            </a:r>
            <a:r>
              <a:rPr lang="en-US" noProof="0" dirty="0"/>
              <a:t> des </a:t>
            </a:r>
            <a:r>
              <a:rPr lang="en-US" noProof="0" dirty="0" err="1"/>
              <a:t>Untertitelmasters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0" hasCustomPrompt="1"/>
          </p:nvPr>
        </p:nvSpPr>
        <p:spPr>
          <a:xfrm>
            <a:off x="503548" y="4299942"/>
            <a:ext cx="2628590" cy="367200"/>
          </a:xfrm>
        </p:spPr>
        <p:txBody>
          <a:bodyPr tIns="0" bIns="0" anchor="b" anchorCtr="0">
            <a:normAutofit/>
          </a:bodyPr>
          <a:lstStyle>
            <a:lvl1pPr marL="0" indent="0">
              <a:spcAft>
                <a:spcPts val="0"/>
              </a:spcAft>
              <a:buNone/>
              <a:defRPr sz="900" b="0"/>
            </a:lvl1pPr>
          </a:lstStyle>
          <a:p>
            <a:pPr lvl="0"/>
            <a:r>
              <a:rPr lang="en-US" noProof="0"/>
              <a:t>URL</a:t>
            </a:r>
            <a:endParaRPr lang="en-US" noProof="0"/>
          </a:p>
          <a:p>
            <a:pPr lvl="0"/>
            <a:endParaRPr lang="en-US" noProof="0"/>
          </a:p>
        </p:txBody>
      </p:sp>
      <p:sp>
        <p:nvSpPr>
          <p:cNvPr id="11" name="Textplatzhalt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599892" y="4299942"/>
            <a:ext cx="5075797" cy="367200"/>
          </a:xfrm>
        </p:spPr>
        <p:txBody>
          <a:bodyPr tIns="0" bIns="0" anchor="b" anchorCtr="0">
            <a:normAutofit/>
          </a:bodyPr>
          <a:lstStyle>
            <a:lvl1pPr marL="0" indent="0" algn="r">
              <a:spcAft>
                <a:spcPts val="0"/>
              </a:spcAft>
              <a:buNone/>
              <a:defRPr sz="900" b="0"/>
            </a:lvl1pPr>
          </a:lstStyle>
          <a:p>
            <a:pPr lvl="0"/>
            <a:r>
              <a:rPr lang="en-US" noProof="0"/>
              <a:t>Division Naming</a:t>
            </a:r>
            <a:endParaRPr lang="en-US" noProof="0"/>
          </a:p>
          <a:p>
            <a:pPr lvl="0"/>
            <a:endParaRPr lang="en-US" noProof="0"/>
          </a:p>
        </p:txBody>
      </p:sp>
      <p:grpSp>
        <p:nvGrpSpPr>
          <p:cNvPr id="4" name="Gruppieren 16"/>
          <p:cNvGrpSpPr/>
          <p:nvPr userDrawn="1"/>
        </p:nvGrpSpPr>
        <p:grpSpPr>
          <a:xfrm>
            <a:off x="0" y="-1"/>
            <a:ext cx="9144000" cy="5143502"/>
            <a:chOff x="0" y="-1"/>
            <a:chExt cx="9144000" cy="6858002"/>
          </a:xfrm>
        </p:grpSpPr>
        <p:grpSp>
          <p:nvGrpSpPr>
            <p:cNvPr id="5" name="Gruppieren 15"/>
            <p:cNvGrpSpPr/>
            <p:nvPr userDrawn="1"/>
          </p:nvGrpSpPr>
          <p:grpSpPr>
            <a:xfrm>
              <a:off x="0" y="0"/>
              <a:ext cx="9144000" cy="6858001"/>
              <a:chOff x="0" y="0"/>
              <a:chExt cx="9144000" cy="6858001"/>
            </a:xfrm>
          </p:grpSpPr>
          <p:sp>
            <p:nvSpPr>
              <p:cNvPr id="9" name="Rechteck 8"/>
              <p:cNvSpPr/>
              <p:nvPr userDrawn="1"/>
            </p:nvSpPr>
            <p:spPr>
              <a:xfrm>
                <a:off x="0" y="0"/>
                <a:ext cx="9144000" cy="260351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600" noProof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  <p:sp>
            <p:nvSpPr>
              <p:cNvPr id="12" name="Rechteck 11"/>
              <p:cNvSpPr/>
              <p:nvPr userDrawn="1"/>
            </p:nvSpPr>
            <p:spPr>
              <a:xfrm>
                <a:off x="0" y="6597652"/>
                <a:ext cx="9144000" cy="260349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600" noProof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  <p:sp>
            <p:nvSpPr>
              <p:cNvPr id="13" name="Rechteck 12"/>
              <p:cNvSpPr/>
              <p:nvPr userDrawn="1"/>
            </p:nvSpPr>
            <p:spPr>
              <a:xfrm>
                <a:off x="0" y="0"/>
                <a:ext cx="179388" cy="6857999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600" noProof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  <p:sp>
            <p:nvSpPr>
              <p:cNvPr id="15" name="Rechteck 14"/>
              <p:cNvSpPr/>
              <p:nvPr userDrawn="1"/>
            </p:nvSpPr>
            <p:spPr>
              <a:xfrm>
                <a:off x="8964612" y="0"/>
                <a:ext cx="179387" cy="6857999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600" noProof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p:grpSp>
        <p:pic>
          <p:nvPicPr>
            <p:cNvPr id="14" name="Grafik 13"/>
            <p:cNvPicPr/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3238" y="-1"/>
              <a:ext cx="2555876" cy="1748368"/>
            </a:xfrm>
            <a:prstGeom prst="rect">
              <a:avLst/>
            </a:prstGeom>
          </p:spPr>
        </p:pic>
      </p:grp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big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hteck 35"/>
          <p:cNvSpPr/>
          <p:nvPr userDrawn="1"/>
        </p:nvSpPr>
        <p:spPr>
          <a:xfrm>
            <a:off x="179389" y="195263"/>
            <a:ext cx="8785225" cy="4752975"/>
          </a:xfrm>
          <a:prstGeom prst="rect">
            <a:avLst/>
          </a:prstGeom>
          <a:pattFill prst="wdUpDiag">
            <a:fgClr>
              <a:schemeClr val="accent5"/>
            </a:fgClr>
            <a:bgClr>
              <a:schemeClr val="accent6"/>
            </a:bgClr>
          </a:pattFill>
          <a:ln w="952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600" noProof="0" dirty="0" err="1">
                <a:solidFill>
                  <a:schemeClr val="bg1"/>
                </a:solidFill>
              </a:rPr>
              <a:t>Bitte</a:t>
            </a:r>
            <a:r>
              <a:rPr lang="en-US" sz="1600" baseline="0" noProof="0" dirty="0">
                <a:solidFill>
                  <a:schemeClr val="bg1"/>
                </a:solidFill>
              </a:rPr>
              <a:t> </a:t>
            </a:r>
            <a:r>
              <a:rPr lang="en-US" sz="1600" baseline="0" noProof="0" dirty="0" err="1">
                <a:solidFill>
                  <a:schemeClr val="bg1"/>
                </a:solidFill>
              </a:rPr>
              <a:t>decken</a:t>
            </a:r>
            <a:r>
              <a:rPr lang="en-US" sz="1600" baseline="0" noProof="0" dirty="0">
                <a:solidFill>
                  <a:schemeClr val="bg1"/>
                </a:solidFill>
              </a:rPr>
              <a:t> </a:t>
            </a:r>
            <a:r>
              <a:rPr lang="en-US" sz="1600" baseline="0" noProof="0" dirty="0" err="1">
                <a:solidFill>
                  <a:schemeClr val="bg1"/>
                </a:solidFill>
              </a:rPr>
              <a:t>Sie</a:t>
            </a:r>
            <a:r>
              <a:rPr lang="en-US" sz="1600" baseline="0" noProof="0" dirty="0">
                <a:solidFill>
                  <a:schemeClr val="bg1"/>
                </a:solidFill>
              </a:rPr>
              <a:t> die </a:t>
            </a:r>
            <a:r>
              <a:rPr lang="en-US" sz="1600" baseline="0" noProof="0" dirty="0" err="1">
                <a:solidFill>
                  <a:schemeClr val="bg1"/>
                </a:solidFill>
              </a:rPr>
              <a:t>schraffierte</a:t>
            </a:r>
            <a:r>
              <a:rPr lang="en-US" sz="1600" baseline="0" noProof="0" dirty="0">
                <a:solidFill>
                  <a:schemeClr val="bg1"/>
                </a:solidFill>
              </a:rPr>
              <a:t> </a:t>
            </a:r>
            <a:r>
              <a:rPr lang="en-US" sz="1600" baseline="0" noProof="0" dirty="0" err="1">
                <a:solidFill>
                  <a:schemeClr val="bg1"/>
                </a:solidFill>
              </a:rPr>
              <a:t>Fläche</a:t>
            </a:r>
            <a:r>
              <a:rPr lang="en-US" sz="1600" baseline="0" noProof="0" dirty="0">
                <a:solidFill>
                  <a:schemeClr val="bg1"/>
                </a:solidFill>
              </a:rPr>
              <a:t> </a:t>
            </a:r>
            <a:r>
              <a:rPr lang="en-US" sz="1600" baseline="0" noProof="0" dirty="0" err="1">
                <a:solidFill>
                  <a:schemeClr val="bg1"/>
                </a:solidFill>
              </a:rPr>
              <a:t>mit</a:t>
            </a:r>
            <a:r>
              <a:rPr lang="en-US" sz="1600" baseline="0" noProof="0" dirty="0">
                <a:solidFill>
                  <a:schemeClr val="bg1"/>
                </a:solidFill>
              </a:rPr>
              <a:t> </a:t>
            </a:r>
            <a:r>
              <a:rPr lang="en-US" sz="1600" baseline="0" noProof="0" dirty="0" err="1">
                <a:solidFill>
                  <a:schemeClr val="bg1"/>
                </a:solidFill>
              </a:rPr>
              <a:t>einem</a:t>
            </a:r>
            <a:r>
              <a:rPr lang="en-US" sz="1600" baseline="0" noProof="0" dirty="0">
                <a:solidFill>
                  <a:schemeClr val="bg1"/>
                </a:solidFill>
              </a:rPr>
              <a:t> </a:t>
            </a:r>
            <a:r>
              <a:rPr lang="en-US" sz="1600" baseline="0" noProof="0" dirty="0" err="1">
                <a:solidFill>
                  <a:schemeClr val="bg1"/>
                </a:solidFill>
              </a:rPr>
              <a:t>Bild</a:t>
            </a:r>
            <a:r>
              <a:rPr lang="en-US" sz="1600" baseline="0" noProof="0" dirty="0">
                <a:solidFill>
                  <a:schemeClr val="bg1"/>
                </a:solidFill>
              </a:rPr>
              <a:t> ab</a:t>
            </a:r>
            <a:r>
              <a:rPr lang="en-US" sz="1600" noProof="0" dirty="0">
                <a:solidFill>
                  <a:schemeClr val="bg1"/>
                </a:solidFill>
              </a:rPr>
              <a:t>.</a:t>
            </a:r>
            <a:endParaRPr lang="en-US" sz="1600" noProof="0" dirty="0">
              <a:solidFill>
                <a:schemeClr val="bg1"/>
              </a:solidFill>
            </a:endParaRPr>
          </a:p>
          <a:p>
            <a:pPr algn="ctr"/>
            <a:r>
              <a:rPr lang="en-US" sz="1600" noProof="0" dirty="0">
                <a:solidFill>
                  <a:schemeClr val="bg1"/>
                </a:solidFill>
              </a:rPr>
              <a:t>Please cover</a:t>
            </a:r>
            <a:r>
              <a:rPr lang="en-US" sz="1600" baseline="0" noProof="0" dirty="0">
                <a:solidFill>
                  <a:schemeClr val="bg1"/>
                </a:solidFill>
              </a:rPr>
              <a:t> the shaded area with a picture</a:t>
            </a:r>
            <a:r>
              <a:rPr lang="en-US" sz="1600" noProof="0" dirty="0">
                <a:solidFill>
                  <a:schemeClr val="bg1"/>
                </a:solidFill>
              </a:rPr>
              <a:t>.</a:t>
            </a:r>
            <a:endParaRPr lang="en-US" sz="1600" noProof="0" dirty="0">
              <a:solidFill>
                <a:schemeClr val="bg1"/>
              </a:solidFill>
            </a:endParaRPr>
          </a:p>
          <a:p>
            <a:pPr algn="ctr"/>
            <a:r>
              <a:rPr lang="en-US" sz="1600" noProof="0" dirty="0">
                <a:solidFill>
                  <a:schemeClr val="bg1"/>
                </a:solidFill>
              </a:rPr>
              <a:t>(24,4 x 13,2 cm)</a:t>
            </a:r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503548" y="3110400"/>
            <a:ext cx="8172141" cy="417600"/>
          </a:xfrm>
        </p:spPr>
        <p:txBody>
          <a:bodyPr tIns="0" rIns="0" bIns="0" anchor="t" anchorCtr="0">
            <a:noAutofit/>
          </a:bodyPr>
          <a:lstStyle>
            <a:lvl1pPr algn="l"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 noProof="0" dirty="0" err="1"/>
              <a:t>Titelmasterformat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503548" y="3456000"/>
            <a:ext cx="8172140" cy="843942"/>
          </a:xfrm>
        </p:spPr>
        <p:txBody>
          <a:bodyPr tIns="0" rIns="0" bIns="0" anchor="t" anchorCtr="0">
            <a:noAutofit/>
          </a:bodyPr>
          <a:lstStyle>
            <a:lvl1pPr marL="0" indent="0" algn="l">
              <a:spcAft>
                <a:spcPts val="0"/>
              </a:spcAft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 dirty="0" err="1"/>
              <a:t>Formatvorlage</a:t>
            </a:r>
            <a:r>
              <a:rPr lang="en-US" noProof="0" dirty="0"/>
              <a:t> des </a:t>
            </a:r>
            <a:r>
              <a:rPr lang="en-US" noProof="0" dirty="0" err="1"/>
              <a:t>Untertitelmasters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0" hasCustomPrompt="1"/>
          </p:nvPr>
        </p:nvSpPr>
        <p:spPr>
          <a:xfrm>
            <a:off x="503548" y="4299942"/>
            <a:ext cx="2628590" cy="367200"/>
          </a:xfrm>
        </p:spPr>
        <p:txBody>
          <a:bodyPr tIns="0" bIns="0" anchor="b" anchorCtr="0">
            <a:normAutofit/>
          </a:bodyPr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URL</a:t>
            </a:r>
            <a:endParaRPr lang="en-US" noProof="0"/>
          </a:p>
          <a:p>
            <a:pPr lvl="0"/>
            <a:endParaRPr lang="en-US" noProof="0"/>
          </a:p>
        </p:txBody>
      </p:sp>
      <p:sp>
        <p:nvSpPr>
          <p:cNvPr id="11" name="Textplatzhalt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599892" y="4299942"/>
            <a:ext cx="5075797" cy="367200"/>
          </a:xfrm>
        </p:spPr>
        <p:txBody>
          <a:bodyPr tIns="0" bIns="0" anchor="b" anchorCtr="0">
            <a:normAutofit/>
          </a:bodyPr>
          <a:lstStyle>
            <a:lvl1pPr marL="0" indent="0" algn="r">
              <a:spcAft>
                <a:spcPts val="0"/>
              </a:spcAft>
              <a:buNone/>
              <a:defRPr sz="9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Division Naming</a:t>
            </a:r>
            <a:endParaRPr lang="en-US" noProof="0"/>
          </a:p>
          <a:p>
            <a:pPr lvl="0"/>
            <a:endParaRPr lang="en-US" noProof="0"/>
          </a:p>
        </p:txBody>
      </p:sp>
      <p:grpSp>
        <p:nvGrpSpPr>
          <p:cNvPr id="4" name="Gruppieren 15"/>
          <p:cNvGrpSpPr/>
          <p:nvPr userDrawn="1"/>
        </p:nvGrpSpPr>
        <p:grpSpPr>
          <a:xfrm>
            <a:off x="0" y="0"/>
            <a:ext cx="9144000" cy="5143501"/>
            <a:chOff x="0" y="0"/>
            <a:chExt cx="9144000" cy="6858001"/>
          </a:xfrm>
        </p:grpSpPr>
        <p:sp>
          <p:nvSpPr>
            <p:cNvPr id="16" name="Rechteck 15"/>
            <p:cNvSpPr/>
            <p:nvPr userDrawn="1"/>
          </p:nvSpPr>
          <p:spPr>
            <a:xfrm>
              <a:off x="0" y="0"/>
              <a:ext cx="9144000" cy="260351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7" name="Rechteck 16"/>
            <p:cNvSpPr/>
            <p:nvPr userDrawn="1"/>
          </p:nvSpPr>
          <p:spPr>
            <a:xfrm>
              <a:off x="0" y="6597652"/>
              <a:ext cx="9144000" cy="260349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8" name="Rechteck 17"/>
            <p:cNvSpPr/>
            <p:nvPr userDrawn="1"/>
          </p:nvSpPr>
          <p:spPr>
            <a:xfrm>
              <a:off x="0" y="0"/>
              <a:ext cx="179388" cy="6857999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9" name="Rechteck 18"/>
            <p:cNvSpPr/>
            <p:nvPr userDrawn="1"/>
          </p:nvSpPr>
          <p:spPr>
            <a:xfrm>
              <a:off x="8964612" y="0"/>
              <a:ext cx="179387" cy="6857999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>
                <a:solidFill>
                  <a:schemeClr val="bg2">
                    <a:lumMod val="10000"/>
                  </a:schemeClr>
                </a:solidFill>
              </a:endParaRPr>
            </a:p>
          </p:txBody>
        </p:sp>
      </p:grpSp>
      <p:sp>
        <p:nvSpPr>
          <p:cNvPr id="30" name="Textplatzhalter 29"/>
          <p:cNvSpPr>
            <a:spLocks noGrp="1"/>
          </p:cNvSpPr>
          <p:nvPr>
            <p:ph type="body" sz="quarter" idx="12" hasCustomPrompt="1"/>
          </p:nvPr>
        </p:nvSpPr>
        <p:spPr>
          <a:xfrm>
            <a:off x="503239" y="1"/>
            <a:ext cx="2555875" cy="1311274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spcAft>
                <a:spcPts val="0"/>
              </a:spcAft>
              <a:buNone/>
              <a:defRPr sz="800"/>
            </a:lvl1pPr>
          </a:lstStyle>
          <a:p>
            <a:pPr lvl="0"/>
            <a:r>
              <a:rPr lang="en-US" noProof="0"/>
              <a:t>Das Quality Seal hat im Vordergrund zu stehen.</a:t>
            </a:r>
            <a:br>
              <a:rPr lang="en-US" noProof="0"/>
            </a:br>
            <a:r>
              <a:rPr lang="en-US" noProof="0"/>
              <a:t>Bitte ändern Sie nicht die Größe oder Position.</a:t>
            </a:r>
            <a:br>
              <a:rPr lang="en-US" noProof="0"/>
            </a:br>
            <a:r>
              <a:rPr lang="en-US" noProof="0"/>
              <a:t>The Quality Seal has to stay on top. </a:t>
            </a:r>
            <a:br>
              <a:rPr lang="en-US" noProof="0"/>
            </a:br>
            <a:r>
              <a:rPr lang="en-US" noProof="0"/>
              <a:t>Please do not change size or position.</a:t>
            </a:r>
            <a:endParaRPr lang="en-US" noProof="0"/>
          </a:p>
          <a:p>
            <a:pPr lvl="0"/>
            <a:endParaRPr lang="en-US" noProof="0"/>
          </a:p>
        </p:txBody>
      </p:sp>
      <p:sp>
        <p:nvSpPr>
          <p:cNvPr id="31" name="Rechteck 30"/>
          <p:cNvSpPr/>
          <p:nvPr userDrawn="1"/>
        </p:nvSpPr>
        <p:spPr>
          <a:xfrm>
            <a:off x="503548" y="-425553"/>
            <a:ext cx="8640452" cy="36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46800" rIns="72000" bIns="46800" rtlCol="0" anchor="t" anchorCtr="0"/>
          <a:lstStyle/>
          <a:p>
            <a:r>
              <a:rPr lang="en-US" sz="900" noProof="0">
                <a:solidFill>
                  <a:schemeClr val="tx1"/>
                </a:solidFill>
              </a:rPr>
              <a:t>Wenn Sie ein neues Bild einfügen: Klicken Sie mit der rechten Maustaste auf das Bild und wählen „In den Hintergrund“, um das Bild hinter das Quality Seal zu bringen.</a:t>
            </a:r>
            <a:endParaRPr lang="en-US" sz="900" noProof="0">
              <a:solidFill>
                <a:schemeClr val="tx1"/>
              </a:solidFill>
            </a:endParaRPr>
          </a:p>
          <a:p>
            <a:r>
              <a:rPr lang="en-US" sz="900" noProof="0">
                <a:solidFill>
                  <a:schemeClr val="tx1"/>
                </a:solidFill>
              </a:rPr>
              <a:t>If you insert a new picture: Right click on the picture and select “Send to the back” to position it behind the Quality Seal.</a:t>
            </a:r>
            <a:endParaRPr lang="en-US" sz="900" noProof="0">
              <a:solidFill>
                <a:schemeClr val="tx1"/>
              </a:solidFill>
            </a:endParaRPr>
          </a:p>
        </p:txBody>
      </p:sp>
      <p:cxnSp>
        <p:nvCxnSpPr>
          <p:cNvPr id="32" name="Gerade Verbindung 31"/>
          <p:cNvCxnSpPr/>
          <p:nvPr userDrawn="1"/>
        </p:nvCxnSpPr>
        <p:spPr>
          <a:xfrm>
            <a:off x="503548" y="-128550"/>
            <a:ext cx="0" cy="10038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Gerade Verbindung 32"/>
          <p:cNvCxnSpPr/>
          <p:nvPr userDrawn="1"/>
        </p:nvCxnSpPr>
        <p:spPr>
          <a:xfrm>
            <a:off x="3059832" y="-128550"/>
            <a:ext cx="0" cy="10038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Gerade Verbindung 34"/>
          <p:cNvCxnSpPr/>
          <p:nvPr userDrawn="1"/>
        </p:nvCxnSpPr>
        <p:spPr>
          <a:xfrm rot="5400000">
            <a:off x="-113608" y="-66920"/>
            <a:ext cx="0" cy="133840"/>
          </a:xfrm>
          <a:prstGeom prst="line">
            <a:avLst/>
          </a:prstGeom>
          <a:ln w="31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 Verbindung 21"/>
          <p:cNvCxnSpPr/>
          <p:nvPr userDrawn="1"/>
        </p:nvCxnSpPr>
        <p:spPr>
          <a:xfrm rot="5400000">
            <a:off x="-103432" y="1243480"/>
            <a:ext cx="0" cy="133840"/>
          </a:xfrm>
          <a:prstGeom prst="line">
            <a:avLst/>
          </a:prstGeom>
          <a:ln w="31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 (oran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7560332" y="296862"/>
            <a:ext cx="1332272" cy="575854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 err="1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95289" y="1347788"/>
            <a:ext cx="8353425" cy="2808287"/>
          </a:xfrm>
        </p:spPr>
        <p:txBody>
          <a:bodyPr/>
          <a:lstStyle>
            <a:lvl1pPr marL="0" indent="0">
              <a:lnSpc>
                <a:spcPct val="113000"/>
              </a:lnSpc>
              <a:buSzPct val="125000"/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184150" indent="-184150">
              <a:lnSpc>
                <a:spcPct val="113000"/>
              </a:lnSpc>
              <a:buClr>
                <a:schemeClr val="bg1"/>
              </a:buClr>
              <a:buSzPct val="125000"/>
              <a:buFont typeface="Arial" panose="020B0604020202020204" pitchFamily="34" charset="0"/>
              <a:buChar char="›"/>
              <a:defRPr>
                <a:solidFill>
                  <a:schemeClr val="bg1"/>
                </a:solidFill>
              </a:defRPr>
            </a:lvl2pPr>
            <a:lvl3pPr marL="539750" indent="-177800">
              <a:lnSpc>
                <a:spcPct val="113000"/>
              </a:lnSpc>
              <a:buClr>
                <a:schemeClr val="bg1"/>
              </a:buClr>
              <a:buSzPct val="125000"/>
              <a:buFont typeface="Arial" panose="020B0604020202020204" pitchFamily="34" charset="0"/>
              <a:buChar char="›"/>
              <a:defRPr>
                <a:solidFill>
                  <a:schemeClr val="bg1"/>
                </a:solidFill>
              </a:defRPr>
            </a:lvl3pPr>
            <a:lvl4pPr marL="895350" indent="-179705">
              <a:lnSpc>
                <a:spcPct val="113000"/>
              </a:lnSpc>
              <a:buClr>
                <a:schemeClr val="bg1"/>
              </a:buClr>
              <a:buSzPct val="125000"/>
              <a:buFont typeface="Arial" panose="020B0604020202020204" pitchFamily="34" charset="0"/>
              <a:buChar char="›"/>
              <a:defRPr>
                <a:solidFill>
                  <a:schemeClr val="bg1"/>
                </a:solidFill>
              </a:defRPr>
            </a:lvl4pPr>
            <a:lvl5pPr marL="1257300" indent="-177800">
              <a:lnSpc>
                <a:spcPct val="113000"/>
              </a:lnSpc>
              <a:buClr>
                <a:schemeClr val="bg1"/>
              </a:buClr>
              <a:buSzPct val="125000"/>
              <a:buFont typeface="Arial" panose="020B0604020202020204" pitchFamily="34" charset="0"/>
              <a:buChar char="›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 err="1"/>
              <a:t>Textmasterformate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noProof="0" dirty="0" err="1"/>
              <a:t>Zweite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2"/>
            <a:r>
              <a:rPr lang="en-US" noProof="0" dirty="0" err="1"/>
              <a:t>Dritte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3"/>
            <a:r>
              <a:rPr lang="en-US" noProof="0" dirty="0" err="1"/>
              <a:t>Vierte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4"/>
            <a:r>
              <a:rPr lang="en-US" noProof="0" dirty="0" err="1"/>
              <a:t>Fünfte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</p:txBody>
      </p:sp>
      <p:sp>
        <p:nvSpPr>
          <p:cNvPr id="8" name="Titel 7"/>
          <p:cNvSpPr>
            <a:spLocks noGrp="1"/>
          </p:cNvSpPr>
          <p:nvPr>
            <p:ph type="title"/>
          </p:nvPr>
        </p:nvSpPr>
        <p:spPr>
          <a:xfrm>
            <a:off x="395289" y="303212"/>
            <a:ext cx="8353425" cy="72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 err="1"/>
              <a:t>Titelmasterformat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</p:txBody>
      </p:sp>
      <p:sp>
        <p:nvSpPr>
          <p:cNvPr id="9" name="Datumsplatzhalter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A0CE834-690D-4F26-8C93-130BA36FD7C0}" type="datetime3">
              <a:rPr lang="en-US" noProof="0" smtClean="0"/>
            </a:fld>
            <a:endParaRPr lang="en-US" noProof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DA48181-2C78-49CB-8C52-912A07842C2E}" type="slidenum">
              <a:rPr lang="en-US" noProof="0" smtClean="0"/>
            </a:fld>
            <a:endParaRPr lang="en-US" noProof="0"/>
          </a:p>
        </p:txBody>
      </p:sp>
      <p:sp>
        <p:nvSpPr>
          <p:cNvPr id="11" name="Fußzeilenplatzhalt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Author, © Continental AG</a:t>
            </a:r>
            <a:endParaRPr lang="en-US" noProof="0"/>
          </a:p>
        </p:txBody>
      </p:sp>
      <p:grpSp>
        <p:nvGrpSpPr>
          <p:cNvPr id="2" name="Gruppieren 15"/>
          <p:cNvGrpSpPr/>
          <p:nvPr userDrawn="1"/>
        </p:nvGrpSpPr>
        <p:grpSpPr>
          <a:xfrm>
            <a:off x="0" y="0"/>
            <a:ext cx="9144000" cy="5143501"/>
            <a:chOff x="0" y="0"/>
            <a:chExt cx="9144000" cy="6858001"/>
          </a:xfrm>
        </p:grpSpPr>
        <p:sp>
          <p:nvSpPr>
            <p:cNvPr id="14" name="Rechteck 13"/>
            <p:cNvSpPr/>
            <p:nvPr userDrawn="1"/>
          </p:nvSpPr>
          <p:spPr>
            <a:xfrm>
              <a:off x="0" y="0"/>
              <a:ext cx="9144000" cy="260351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9" name="Rechteck 18"/>
            <p:cNvSpPr/>
            <p:nvPr userDrawn="1"/>
          </p:nvSpPr>
          <p:spPr>
            <a:xfrm>
              <a:off x="0" y="6597652"/>
              <a:ext cx="9144000" cy="260349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20" name="Rechteck 19"/>
            <p:cNvSpPr/>
            <p:nvPr userDrawn="1"/>
          </p:nvSpPr>
          <p:spPr>
            <a:xfrm>
              <a:off x="0" y="0"/>
              <a:ext cx="179388" cy="6857999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21" name="Rechteck 20"/>
            <p:cNvSpPr/>
            <p:nvPr userDrawn="1"/>
          </p:nvSpPr>
          <p:spPr>
            <a:xfrm>
              <a:off x="8964612" y="0"/>
              <a:ext cx="179387" cy="6857999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>
                <a:solidFill>
                  <a:schemeClr val="bg2">
                    <a:lumMod val="10000"/>
                  </a:schemeClr>
                </a:solidFill>
              </a:endParaRPr>
            </a:p>
          </p:txBody>
        </p:sp>
      </p:grpSp>
      <p:cxnSp>
        <p:nvCxnSpPr>
          <p:cNvPr id="24" name="Gerade Verbindung 23"/>
          <p:cNvCxnSpPr/>
          <p:nvPr userDrawn="1"/>
        </p:nvCxnSpPr>
        <p:spPr>
          <a:xfrm>
            <a:off x="395289" y="4320706"/>
            <a:ext cx="8353425" cy="0"/>
          </a:xfrm>
          <a:prstGeom prst="line">
            <a:avLst/>
          </a:prstGeom>
          <a:ln w="444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Bild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4381647"/>
            <a:ext cx="1857600" cy="570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95289" y="1347788"/>
            <a:ext cx="8353425" cy="2808287"/>
          </a:xfrm>
        </p:spPr>
        <p:txBody>
          <a:bodyPr/>
          <a:lstStyle>
            <a:lvl1pPr marL="0" indent="0">
              <a:lnSpc>
                <a:spcPct val="113000"/>
              </a:lnSpc>
              <a:buSzPct val="125000"/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184150" indent="-184150">
              <a:lnSpc>
                <a:spcPct val="113000"/>
              </a:lnSpc>
              <a:buSzPct val="125000"/>
              <a:buFont typeface="Arial" panose="020B0604020202020204" pitchFamily="34" charset="0"/>
              <a:buChar char="›"/>
              <a:defRPr>
                <a:solidFill>
                  <a:schemeClr val="tx1"/>
                </a:solidFill>
              </a:defRPr>
            </a:lvl2pPr>
            <a:lvl3pPr marL="539750" indent="-177800">
              <a:lnSpc>
                <a:spcPct val="113000"/>
              </a:lnSpc>
              <a:buSzPct val="125000"/>
              <a:buFont typeface="Arial" panose="020B0604020202020204" pitchFamily="34" charset="0"/>
              <a:buChar char="›"/>
              <a:defRPr>
                <a:solidFill>
                  <a:schemeClr val="tx1"/>
                </a:solidFill>
              </a:defRPr>
            </a:lvl3pPr>
            <a:lvl4pPr marL="895350" indent="-179705">
              <a:lnSpc>
                <a:spcPct val="113000"/>
              </a:lnSpc>
              <a:buSzPct val="125000"/>
              <a:buFont typeface="Arial" panose="020B0604020202020204" pitchFamily="34" charset="0"/>
              <a:buChar char="›"/>
              <a:defRPr>
                <a:solidFill>
                  <a:schemeClr val="tx1"/>
                </a:solidFill>
              </a:defRPr>
            </a:lvl4pPr>
            <a:lvl5pPr marL="1257300" indent="-177800">
              <a:lnSpc>
                <a:spcPct val="113000"/>
              </a:lnSpc>
              <a:buSzPct val="125000"/>
              <a:buFont typeface="Arial" panose="020B0604020202020204" pitchFamily="34" charset="0"/>
              <a:buChar char="›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 err="1"/>
              <a:t>Textmasterformate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noProof="0" dirty="0" err="1"/>
              <a:t>Zweite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2"/>
            <a:r>
              <a:rPr lang="en-US" noProof="0" dirty="0" err="1"/>
              <a:t>Dritte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3"/>
            <a:r>
              <a:rPr lang="en-US" noProof="0" dirty="0" err="1"/>
              <a:t>Vierte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4"/>
            <a:r>
              <a:rPr lang="en-US" noProof="0" dirty="0" err="1"/>
              <a:t>Fünfte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</p:txBody>
      </p:sp>
      <p:sp>
        <p:nvSpPr>
          <p:cNvPr id="8" name="Titel 7"/>
          <p:cNvSpPr>
            <a:spLocks noGrp="1"/>
          </p:cNvSpPr>
          <p:nvPr>
            <p:ph type="title"/>
          </p:nvPr>
        </p:nvSpPr>
        <p:spPr>
          <a:xfrm>
            <a:off x="395289" y="302400"/>
            <a:ext cx="8353425" cy="72000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noProof="0" dirty="0" err="1"/>
              <a:t>Titelmasterformat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</p:txBody>
      </p:sp>
      <p:sp>
        <p:nvSpPr>
          <p:cNvPr id="9" name="Datumsplatzhalter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7223074-4D72-465E-909D-7D1DBB514C91}" type="datetime3">
              <a:rPr lang="en-US" noProof="0" smtClean="0"/>
            </a:fld>
            <a:endParaRPr lang="en-US" noProof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DA48181-2C78-49CB-8C52-912A07842C2E}" type="slidenum">
              <a:rPr lang="en-US" noProof="0" smtClean="0"/>
            </a:fld>
            <a:endParaRPr lang="en-US" noProof="0"/>
          </a:p>
        </p:txBody>
      </p:sp>
      <p:sp>
        <p:nvSpPr>
          <p:cNvPr id="11" name="Fußzeilenplatzhalt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Author, © Continental AG</a:t>
            </a:r>
            <a:endParaRPr lang="en-US" noProof="0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 (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4"/>
          <p:cNvSpPr/>
          <p:nvPr userDrawn="1"/>
        </p:nvSpPr>
        <p:spPr>
          <a:xfrm>
            <a:off x="7560332" y="296862"/>
            <a:ext cx="1332272" cy="575854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 err="1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95289" y="1347788"/>
            <a:ext cx="8353425" cy="2808287"/>
          </a:xfrm>
        </p:spPr>
        <p:txBody>
          <a:bodyPr/>
          <a:lstStyle>
            <a:lvl1pPr marL="0" indent="0">
              <a:lnSpc>
                <a:spcPct val="113000"/>
              </a:lnSpc>
              <a:buSzPct val="125000"/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184150" indent="-184150">
              <a:lnSpc>
                <a:spcPct val="113000"/>
              </a:lnSpc>
              <a:buSzPct val="125000"/>
              <a:buFont typeface="Arial" panose="020B0604020202020204" pitchFamily="34" charset="0"/>
              <a:buChar char="›"/>
              <a:defRPr>
                <a:solidFill>
                  <a:schemeClr val="bg1"/>
                </a:solidFill>
              </a:defRPr>
            </a:lvl2pPr>
            <a:lvl3pPr marL="539750" indent="-177800">
              <a:lnSpc>
                <a:spcPct val="113000"/>
              </a:lnSpc>
              <a:buSzPct val="125000"/>
              <a:buFont typeface="Arial" panose="020B0604020202020204" pitchFamily="34" charset="0"/>
              <a:buChar char="›"/>
              <a:defRPr>
                <a:solidFill>
                  <a:schemeClr val="bg1"/>
                </a:solidFill>
              </a:defRPr>
            </a:lvl3pPr>
            <a:lvl4pPr marL="895350" indent="-179705">
              <a:lnSpc>
                <a:spcPct val="113000"/>
              </a:lnSpc>
              <a:buSzPct val="125000"/>
              <a:buFont typeface="Arial" panose="020B0604020202020204" pitchFamily="34" charset="0"/>
              <a:buChar char="›"/>
              <a:defRPr>
                <a:solidFill>
                  <a:schemeClr val="bg1"/>
                </a:solidFill>
              </a:defRPr>
            </a:lvl4pPr>
            <a:lvl5pPr marL="1257300" indent="-177800">
              <a:lnSpc>
                <a:spcPct val="113000"/>
              </a:lnSpc>
              <a:buSzPct val="125000"/>
              <a:buFont typeface="Arial" panose="020B0604020202020204" pitchFamily="34" charset="0"/>
              <a:buChar char="›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 err="1"/>
              <a:t>Textmasterformate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noProof="0" dirty="0" err="1"/>
              <a:t>Zweite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2"/>
            <a:r>
              <a:rPr lang="en-US" noProof="0" dirty="0" err="1"/>
              <a:t>Dritte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3"/>
            <a:r>
              <a:rPr lang="en-US" noProof="0" dirty="0" err="1"/>
              <a:t>Vierte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4"/>
            <a:r>
              <a:rPr lang="en-US" noProof="0" dirty="0" err="1"/>
              <a:t>Fünfte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</p:txBody>
      </p:sp>
      <p:sp>
        <p:nvSpPr>
          <p:cNvPr id="8" name="Titel 7"/>
          <p:cNvSpPr>
            <a:spLocks noGrp="1"/>
          </p:cNvSpPr>
          <p:nvPr>
            <p:ph type="title"/>
          </p:nvPr>
        </p:nvSpPr>
        <p:spPr>
          <a:xfrm>
            <a:off x="395289" y="303212"/>
            <a:ext cx="8353425" cy="72000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noProof="0" dirty="0" err="1"/>
              <a:t>Titelmasterformat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</p:txBody>
      </p:sp>
      <p:sp>
        <p:nvSpPr>
          <p:cNvPr id="9" name="Datumsplatzhalter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F0A75B6-8E1B-4380-84B9-49631E7ED158}" type="datetime3">
              <a:rPr lang="en-US" noProof="0" smtClean="0"/>
            </a:fld>
            <a:endParaRPr lang="en-US" noProof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DA48181-2C78-49CB-8C52-912A07842C2E}" type="slidenum">
              <a:rPr lang="en-US" noProof="0" smtClean="0"/>
            </a:fld>
            <a:endParaRPr lang="en-US" noProof="0"/>
          </a:p>
        </p:txBody>
      </p:sp>
      <p:sp>
        <p:nvSpPr>
          <p:cNvPr id="11" name="Fußzeilenplatzhalt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Author, © Continental AG</a:t>
            </a:r>
            <a:endParaRPr lang="en-US" noProof="0"/>
          </a:p>
        </p:txBody>
      </p:sp>
      <p:grpSp>
        <p:nvGrpSpPr>
          <p:cNvPr id="2" name="Gruppieren 15"/>
          <p:cNvGrpSpPr/>
          <p:nvPr userDrawn="1"/>
        </p:nvGrpSpPr>
        <p:grpSpPr>
          <a:xfrm>
            <a:off x="0" y="0"/>
            <a:ext cx="9144000" cy="5143501"/>
            <a:chOff x="0" y="0"/>
            <a:chExt cx="9144000" cy="6858001"/>
          </a:xfrm>
        </p:grpSpPr>
        <p:sp>
          <p:nvSpPr>
            <p:cNvPr id="17" name="Rechteck 16"/>
            <p:cNvSpPr/>
            <p:nvPr userDrawn="1"/>
          </p:nvSpPr>
          <p:spPr>
            <a:xfrm>
              <a:off x="0" y="0"/>
              <a:ext cx="9144000" cy="260351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8" name="Rechteck 17"/>
            <p:cNvSpPr/>
            <p:nvPr userDrawn="1"/>
          </p:nvSpPr>
          <p:spPr>
            <a:xfrm>
              <a:off x="0" y="6597652"/>
              <a:ext cx="9144000" cy="260349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9" name="Rechteck 18"/>
            <p:cNvSpPr/>
            <p:nvPr userDrawn="1"/>
          </p:nvSpPr>
          <p:spPr>
            <a:xfrm>
              <a:off x="0" y="0"/>
              <a:ext cx="179388" cy="6857999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20" name="Rechteck 19"/>
            <p:cNvSpPr/>
            <p:nvPr userDrawn="1"/>
          </p:nvSpPr>
          <p:spPr>
            <a:xfrm>
              <a:off x="8964612" y="0"/>
              <a:ext cx="179387" cy="6857999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>
                <a:solidFill>
                  <a:schemeClr val="bg2">
                    <a:lumMod val="10000"/>
                  </a:schemeClr>
                </a:solidFill>
              </a:endParaRPr>
            </a:p>
          </p:txBody>
        </p:sp>
      </p:grpSp>
      <p:cxnSp>
        <p:nvCxnSpPr>
          <p:cNvPr id="22" name="Gerade Verbindung 21"/>
          <p:cNvCxnSpPr/>
          <p:nvPr userDrawn="1"/>
        </p:nvCxnSpPr>
        <p:spPr>
          <a:xfrm>
            <a:off x="395289" y="4320706"/>
            <a:ext cx="8353425" cy="0"/>
          </a:xfrm>
          <a:prstGeom prst="line">
            <a:avLst/>
          </a:prstGeom>
          <a:ln w="444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op Content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95289" y="1347788"/>
            <a:ext cx="8353425" cy="1368425"/>
          </a:xfrm>
        </p:spPr>
        <p:txBody>
          <a:bodyPr/>
          <a:lstStyle>
            <a:lvl1pPr marL="177800" indent="-177800">
              <a:buClr>
                <a:schemeClr val="accent1"/>
              </a:buClr>
              <a:buSzPct val="125000"/>
              <a:buFont typeface="Arial" panose="020B0604020202020204" pitchFamily="34" charset="0"/>
              <a:buChar char="›"/>
              <a:defRPr>
                <a:solidFill>
                  <a:schemeClr val="tx1"/>
                </a:solidFill>
              </a:defRPr>
            </a:lvl1pPr>
            <a:lvl2pPr marL="541655" indent="-184150">
              <a:buClr>
                <a:schemeClr val="accent1"/>
              </a:buClr>
              <a:buSzPct val="125000"/>
              <a:buFont typeface="Arial" panose="020B0604020202020204" pitchFamily="34" charset="0"/>
              <a:buChar char="›"/>
              <a:defRPr>
                <a:solidFill>
                  <a:schemeClr val="tx1"/>
                </a:solidFill>
              </a:defRPr>
            </a:lvl2pPr>
            <a:lvl3pPr marL="897255" indent="-177800">
              <a:buClr>
                <a:schemeClr val="accent1"/>
              </a:buClr>
              <a:buSzPct val="125000"/>
              <a:buFont typeface="Arial" panose="020B0604020202020204" pitchFamily="34" charset="0"/>
              <a:buChar char="›"/>
              <a:defRPr>
                <a:solidFill>
                  <a:schemeClr val="tx1"/>
                </a:solidFill>
              </a:defRPr>
            </a:lvl3pPr>
            <a:lvl4pPr marL="1254125" indent="-179705">
              <a:buClr>
                <a:schemeClr val="accent1"/>
              </a:buClr>
              <a:buSzPct val="125000"/>
              <a:buFont typeface="Arial" panose="020B0604020202020204" pitchFamily="34" charset="0"/>
              <a:buChar char="›"/>
              <a:defRPr>
                <a:solidFill>
                  <a:schemeClr val="tx1"/>
                </a:solidFill>
              </a:defRPr>
            </a:lvl4pPr>
            <a:lvl5pPr marL="1616075" indent="-177800">
              <a:buClr>
                <a:schemeClr val="accent1"/>
              </a:buClr>
              <a:buSzPct val="125000"/>
              <a:buFont typeface="Arial" panose="020B0604020202020204" pitchFamily="34" charset="0"/>
              <a:buChar char="›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 err="1"/>
              <a:t>Textmasterformate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noProof="0" dirty="0" err="1"/>
              <a:t>Zweite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2"/>
            <a:r>
              <a:rPr lang="en-US" noProof="0" dirty="0" err="1"/>
              <a:t>Dritte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3"/>
            <a:r>
              <a:rPr lang="en-US" noProof="0" dirty="0" err="1"/>
              <a:t>Vierte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4"/>
            <a:r>
              <a:rPr lang="en-US" noProof="0" dirty="0" err="1"/>
              <a:t>Fünfte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</p:txBody>
      </p:sp>
      <p:sp>
        <p:nvSpPr>
          <p:cNvPr id="8" name="Titel 7"/>
          <p:cNvSpPr>
            <a:spLocks noGrp="1"/>
          </p:cNvSpPr>
          <p:nvPr>
            <p:ph type="title"/>
          </p:nvPr>
        </p:nvSpPr>
        <p:spPr>
          <a:xfrm>
            <a:off x="395289" y="303212"/>
            <a:ext cx="8353425" cy="7207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noProof="0" dirty="0" err="1"/>
              <a:t>Titelmasterformat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</p:txBody>
      </p:sp>
      <p:sp>
        <p:nvSpPr>
          <p:cNvPr id="9" name="Datumsplatzhalter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45A1C77-F3AB-418B-BB96-BF86CA98ED28}" type="datetime3">
              <a:rPr lang="en-US" noProof="0" smtClean="0"/>
            </a:fld>
            <a:endParaRPr lang="en-US" noProof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DA48181-2C78-49CB-8C52-912A07842C2E}" type="slidenum">
              <a:rPr lang="en-US" noProof="0" smtClean="0"/>
            </a:fld>
            <a:endParaRPr lang="en-US" noProof="0"/>
          </a:p>
        </p:txBody>
      </p:sp>
      <p:sp>
        <p:nvSpPr>
          <p:cNvPr id="11" name="Fußzeilenplatzhalt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Author, © Continental AG</a:t>
            </a:r>
            <a:endParaRPr lang="en-US" noProof="0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ttom Content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95289" y="2787650"/>
            <a:ext cx="8353425" cy="1368426"/>
          </a:xfrm>
        </p:spPr>
        <p:txBody>
          <a:bodyPr/>
          <a:lstStyle>
            <a:lvl1pPr marL="177800" indent="-177800">
              <a:buClr>
                <a:schemeClr val="accent1"/>
              </a:buClr>
              <a:buSzPct val="125000"/>
              <a:buFont typeface="Arial" panose="020B0604020202020204" pitchFamily="34" charset="0"/>
              <a:buChar char="›"/>
              <a:defRPr>
                <a:solidFill>
                  <a:schemeClr val="tx1"/>
                </a:solidFill>
              </a:defRPr>
            </a:lvl1pPr>
            <a:lvl2pPr marL="541655" indent="-184150">
              <a:buClr>
                <a:schemeClr val="accent1"/>
              </a:buClr>
              <a:buSzPct val="125000"/>
              <a:buFont typeface="Arial" panose="020B0604020202020204" pitchFamily="34" charset="0"/>
              <a:buChar char="›"/>
              <a:defRPr>
                <a:solidFill>
                  <a:schemeClr val="tx1"/>
                </a:solidFill>
              </a:defRPr>
            </a:lvl2pPr>
            <a:lvl3pPr marL="897255" indent="-177800">
              <a:buClr>
                <a:schemeClr val="accent1"/>
              </a:buClr>
              <a:buSzPct val="125000"/>
              <a:buFont typeface="Arial" panose="020B0604020202020204" pitchFamily="34" charset="0"/>
              <a:buChar char="›"/>
              <a:defRPr>
                <a:solidFill>
                  <a:schemeClr val="tx1"/>
                </a:solidFill>
              </a:defRPr>
            </a:lvl3pPr>
            <a:lvl4pPr marL="1254125" indent="-179705">
              <a:buClr>
                <a:schemeClr val="accent1"/>
              </a:buClr>
              <a:buSzPct val="125000"/>
              <a:buFont typeface="Arial" panose="020B0604020202020204" pitchFamily="34" charset="0"/>
              <a:buChar char="›"/>
              <a:defRPr>
                <a:solidFill>
                  <a:schemeClr val="tx1"/>
                </a:solidFill>
              </a:defRPr>
            </a:lvl4pPr>
            <a:lvl5pPr marL="1616075" indent="-177800">
              <a:buClr>
                <a:schemeClr val="accent1"/>
              </a:buClr>
              <a:buSzPct val="125000"/>
              <a:buFont typeface="Arial" panose="020B0604020202020204" pitchFamily="34" charset="0"/>
              <a:buChar char="›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 err="1"/>
              <a:t>Textmasterformate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noProof="0" dirty="0" err="1"/>
              <a:t>Zweite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2"/>
            <a:r>
              <a:rPr lang="en-US" noProof="0" dirty="0" err="1"/>
              <a:t>Dritte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3"/>
            <a:r>
              <a:rPr lang="en-US" noProof="0" dirty="0" err="1"/>
              <a:t>Vierte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4"/>
            <a:r>
              <a:rPr lang="en-US" noProof="0" dirty="0" err="1"/>
              <a:t>Fünfte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</p:txBody>
      </p:sp>
      <p:sp>
        <p:nvSpPr>
          <p:cNvPr id="8" name="Titel 7"/>
          <p:cNvSpPr>
            <a:spLocks noGrp="1"/>
          </p:cNvSpPr>
          <p:nvPr>
            <p:ph type="title"/>
          </p:nvPr>
        </p:nvSpPr>
        <p:spPr>
          <a:xfrm>
            <a:off x="395289" y="303212"/>
            <a:ext cx="8353425" cy="7207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noProof="0" dirty="0" err="1"/>
              <a:t>Titelmasterformat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</p:txBody>
      </p:sp>
      <p:sp>
        <p:nvSpPr>
          <p:cNvPr id="9" name="Datumsplatzhalter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D1B2569-E16F-4FFF-9EC5-29BC0236DFAB}" type="datetime3">
              <a:rPr lang="en-US" noProof="0" smtClean="0"/>
            </a:fld>
            <a:endParaRPr lang="en-US" noProof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DA48181-2C78-49CB-8C52-912A07842C2E}" type="slidenum">
              <a:rPr lang="en-US" noProof="0" smtClean="0"/>
            </a:fld>
            <a:endParaRPr lang="en-US" noProof="0"/>
          </a:p>
        </p:txBody>
      </p:sp>
      <p:sp>
        <p:nvSpPr>
          <p:cNvPr id="11" name="Fußzeilenplatzhalt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Author, © Continental AG</a:t>
            </a:r>
            <a:endParaRPr lang="en-US" noProof="0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wo Content Are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395289" y="1347788"/>
            <a:ext cx="4140200" cy="2808287"/>
          </a:xfrm>
        </p:spPr>
        <p:txBody>
          <a:bodyPr vert="horz" lIns="0" tIns="18000" rIns="0" bIns="18000" rtlCol="0">
            <a:normAutofit/>
          </a:bodyPr>
          <a:lstStyle>
            <a:lvl1pPr marL="17780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anose="020B0604020202020204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541655" indent="-1841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anose="020B0604020202020204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897255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anose="020B0604020202020204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254125" indent="-17970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anose="020B0604020202020204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00000"/>
              <a:buFontTx/>
              <a:buNone/>
              <a:defRPr lang="de-DE" sz="1600" b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 dirty="0" err="1"/>
              <a:t>Textmasterformate</a:t>
            </a:r>
            <a:r>
              <a:rPr lang="en-US" noProof="0" dirty="0"/>
              <a:t> durch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noProof="0" dirty="0" err="1"/>
              <a:t>Zweite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2"/>
            <a:r>
              <a:rPr lang="en-US" noProof="0" dirty="0" err="1"/>
              <a:t>Dritte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3"/>
            <a:r>
              <a:rPr lang="en-US" noProof="0" dirty="0" err="1"/>
              <a:t>Vierte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4606926" y="1347788"/>
            <a:ext cx="4141788" cy="2808287"/>
          </a:xfrm>
        </p:spPr>
        <p:txBody>
          <a:bodyPr vert="horz" lIns="0" tIns="18000" rIns="0" bIns="18000" rtlCol="0">
            <a:normAutofit/>
          </a:bodyPr>
          <a:lstStyle>
            <a:lvl1pPr marL="17780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anose="020B0604020202020204" pitchFamily="34" charset="0"/>
              <a:buChar char="›"/>
              <a:defRPr lang="de-DE" sz="1600" b="0" kern="12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541655" indent="-1841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anose="020B0604020202020204" pitchFamily="34" charset="0"/>
              <a:buChar char="›"/>
              <a:defRPr lang="de-DE" sz="1600" b="0" kern="12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897255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anose="020B0604020202020204" pitchFamily="34" charset="0"/>
              <a:buChar char="›"/>
              <a:defRPr lang="de-DE" sz="1600" b="0" kern="12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254125" indent="-17970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anose="020B0604020202020204" pitchFamily="34" charset="0"/>
              <a:buChar char="›"/>
              <a:defRPr lang="de-DE" sz="1600" b="0" kern="12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00000"/>
              <a:buFontTx/>
              <a:buNone/>
              <a:defRPr lang="de-DE" sz="1600" b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 dirty="0" err="1"/>
              <a:t>Textmasterformate</a:t>
            </a:r>
            <a:r>
              <a:rPr lang="en-US" noProof="0" dirty="0"/>
              <a:t> durch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noProof="0" dirty="0" err="1"/>
              <a:t>Zweite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2"/>
            <a:r>
              <a:rPr lang="en-US" noProof="0" dirty="0" err="1"/>
              <a:t>Dritte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3"/>
            <a:r>
              <a:rPr lang="en-US" noProof="0" dirty="0" err="1"/>
              <a:t>Vierte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</p:txBody>
      </p:sp>
      <p:sp>
        <p:nvSpPr>
          <p:cNvPr id="12" name="Titel 11"/>
          <p:cNvSpPr>
            <a:spLocks noGrp="1"/>
          </p:cNvSpPr>
          <p:nvPr>
            <p:ph type="title"/>
          </p:nvPr>
        </p:nvSpPr>
        <p:spPr>
          <a:xfrm>
            <a:off x="395289" y="303213"/>
            <a:ext cx="8353424" cy="720725"/>
          </a:xfrm>
        </p:spPr>
        <p:txBody>
          <a:bodyPr/>
          <a:lstStyle>
            <a:lvl1pPr>
              <a:defRPr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noProof="0" dirty="0" err="1"/>
              <a:t>Titelmasterformat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</p:txBody>
      </p:sp>
      <p:sp>
        <p:nvSpPr>
          <p:cNvPr id="13" name="Datumsplatzhalter 1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fld id="{B95F1328-8865-4437-B9B5-1B98AE42546C}" type="datetime3">
              <a:rPr lang="en-US" noProof="0" smtClean="0"/>
            </a:fld>
            <a:endParaRPr lang="en-US" noProof="0"/>
          </a:p>
        </p:txBody>
      </p:sp>
      <p:sp>
        <p:nvSpPr>
          <p:cNvPr id="14" name="Foliennummernplatzhalt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fld id="{ADA48181-2C78-49CB-8C52-912A07842C2E}" type="slidenum">
              <a:rPr lang="en-US" noProof="0" smtClean="0"/>
            </a:fld>
            <a:endParaRPr lang="en-US" noProof="0"/>
          </a:p>
        </p:txBody>
      </p:sp>
      <p:sp>
        <p:nvSpPr>
          <p:cNvPr id="15" name="Fußzeilenplatzhalter 1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noProof="0"/>
              <a:t>Author, © Continental AG</a:t>
            </a:r>
            <a:endParaRPr lang="en-US" noProof="0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Left Content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395289" y="1347788"/>
            <a:ext cx="4140200" cy="2808287"/>
          </a:xfrm>
        </p:spPr>
        <p:txBody>
          <a:bodyPr vert="horz" lIns="0" tIns="18000" rIns="0" bIns="18000" rtlCol="0">
            <a:normAutofit/>
          </a:bodyPr>
          <a:lstStyle>
            <a:lvl1pPr marL="17780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anose="020B0604020202020204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541655" indent="-1841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anose="020B0604020202020204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897255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anose="020B0604020202020204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254125" indent="-17970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anose="020B0604020202020204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00000"/>
              <a:buFontTx/>
              <a:buNone/>
              <a:defRPr lang="de-DE" sz="1600" b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 dirty="0" err="1"/>
              <a:t>Textmasterformate</a:t>
            </a:r>
            <a:r>
              <a:rPr lang="en-US" noProof="0" dirty="0"/>
              <a:t> durch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noProof="0" dirty="0" err="1"/>
              <a:t>Zweite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2"/>
            <a:r>
              <a:rPr lang="en-US" noProof="0" dirty="0" err="1"/>
              <a:t>Dritte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3"/>
            <a:r>
              <a:rPr lang="en-US" noProof="0" dirty="0" err="1"/>
              <a:t>Vierte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</p:txBody>
      </p:sp>
      <p:sp>
        <p:nvSpPr>
          <p:cNvPr id="12" name="Titel 11"/>
          <p:cNvSpPr>
            <a:spLocks noGrp="1"/>
          </p:cNvSpPr>
          <p:nvPr>
            <p:ph type="title"/>
          </p:nvPr>
        </p:nvSpPr>
        <p:spPr>
          <a:xfrm>
            <a:off x="395289" y="303213"/>
            <a:ext cx="8353425" cy="720725"/>
          </a:xfrm>
        </p:spPr>
        <p:txBody>
          <a:bodyPr/>
          <a:lstStyle>
            <a:lvl1pPr>
              <a:defRPr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noProof="0" dirty="0" err="1"/>
              <a:t>Titelmasterformat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</p:txBody>
      </p:sp>
      <p:sp>
        <p:nvSpPr>
          <p:cNvPr id="13" name="Datumsplatzhalter 1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fld id="{B9F64C55-3C07-4FCB-9F06-CA7928BDD2EB}" type="datetime3">
              <a:rPr lang="en-US" noProof="0" smtClean="0"/>
            </a:fld>
            <a:endParaRPr lang="en-US" noProof="0"/>
          </a:p>
        </p:txBody>
      </p:sp>
      <p:sp>
        <p:nvSpPr>
          <p:cNvPr id="14" name="Foliennummernplatzhalt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fld id="{ADA48181-2C78-49CB-8C52-912A07842C2E}" type="slidenum">
              <a:rPr lang="en-US" noProof="0" smtClean="0"/>
            </a:fld>
            <a:endParaRPr lang="en-US" noProof="0"/>
          </a:p>
        </p:txBody>
      </p:sp>
      <p:sp>
        <p:nvSpPr>
          <p:cNvPr id="15" name="Fußzeilenplatzhalter 1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noProof="0"/>
              <a:t>Author, © Continental AG</a:t>
            </a:r>
            <a:endParaRPr lang="en-US" noProof="0"/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hree Content Are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395288" y="1347788"/>
            <a:ext cx="2736850" cy="2808288"/>
          </a:xfrm>
        </p:spPr>
        <p:txBody>
          <a:bodyPr vert="horz" lIns="0" tIns="18000" rIns="0" bIns="18000" rtlCol="0">
            <a:normAutofit/>
          </a:bodyPr>
          <a:lstStyle>
            <a:lvl1pPr marL="17780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anose="020B0604020202020204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541655" indent="-1841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anose="020B0604020202020204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897255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anose="020B0604020202020204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254125" indent="-17970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anose="020B0604020202020204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>
              <a:buNone/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 dirty="0" err="1"/>
              <a:t>Textmasterformate</a:t>
            </a:r>
            <a:r>
              <a:rPr lang="en-US" noProof="0" dirty="0"/>
              <a:t> durch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noProof="0" dirty="0" err="1"/>
              <a:t>Zweite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2"/>
            <a:r>
              <a:rPr lang="en-US" noProof="0" dirty="0" err="1"/>
              <a:t>Dritte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3"/>
            <a:r>
              <a:rPr lang="en-US" noProof="0" dirty="0" err="1"/>
              <a:t>Vierte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3203575" y="1347788"/>
            <a:ext cx="2736850" cy="2808287"/>
          </a:xfrm>
        </p:spPr>
        <p:txBody>
          <a:bodyPr vert="horz" lIns="0" tIns="18000" rIns="0" bIns="18000" rtlCol="0">
            <a:normAutofit/>
          </a:bodyPr>
          <a:lstStyle>
            <a:lvl1pPr marL="17780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anose="020B0604020202020204" pitchFamily="34" charset="0"/>
              <a:buChar char="›"/>
              <a:defRPr lang="de-DE" sz="1600" b="0" kern="12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541655" indent="-1841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anose="020B0604020202020204" pitchFamily="34" charset="0"/>
              <a:buChar char="›"/>
              <a:defRPr lang="de-DE" sz="1600" b="0" kern="12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897255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anose="020B0604020202020204" pitchFamily="34" charset="0"/>
              <a:buChar char="›"/>
              <a:defRPr lang="de-DE" sz="1600" b="0" kern="12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254125" indent="-17970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anose="020B0604020202020204" pitchFamily="34" charset="0"/>
              <a:buChar char="›"/>
              <a:defRPr lang="de-DE" sz="1600" b="0" kern="12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>
              <a:buNone/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 dirty="0" err="1"/>
              <a:t>Textmasterformate</a:t>
            </a:r>
            <a:r>
              <a:rPr lang="en-US" noProof="0" dirty="0"/>
              <a:t> durch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noProof="0" dirty="0" err="1"/>
              <a:t>Zweite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2"/>
            <a:r>
              <a:rPr lang="en-US" noProof="0" dirty="0" err="1"/>
              <a:t>Dritte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3"/>
            <a:r>
              <a:rPr lang="en-US" noProof="0" dirty="0" err="1"/>
              <a:t>Vierte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</p:txBody>
      </p:sp>
      <p:sp>
        <p:nvSpPr>
          <p:cNvPr id="8" name="Inhaltsplatzhalter 3"/>
          <p:cNvSpPr>
            <a:spLocks noGrp="1"/>
          </p:cNvSpPr>
          <p:nvPr>
            <p:ph sz="half" idx="13" hasCustomPrompt="1"/>
          </p:nvPr>
        </p:nvSpPr>
        <p:spPr>
          <a:xfrm>
            <a:off x="6011863" y="1347788"/>
            <a:ext cx="2736850" cy="2808287"/>
          </a:xfrm>
        </p:spPr>
        <p:txBody>
          <a:bodyPr vert="horz" lIns="0" tIns="18000" rIns="0" bIns="18000" rtlCol="0">
            <a:normAutofit/>
          </a:bodyPr>
          <a:lstStyle>
            <a:lvl1pPr marL="17780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anose="020B0604020202020204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541655" indent="-1841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anose="020B0604020202020204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897255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anose="020B0604020202020204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254125" indent="-17970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anose="020B0604020202020204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>
              <a:buNone/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 dirty="0" err="1"/>
              <a:t>Textmasterformate</a:t>
            </a:r>
            <a:r>
              <a:rPr lang="en-US" noProof="0" dirty="0"/>
              <a:t> durch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noProof="0" dirty="0" err="1"/>
              <a:t>Zweite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2"/>
            <a:r>
              <a:rPr lang="en-US" noProof="0" dirty="0" err="1"/>
              <a:t>Dritte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3"/>
            <a:r>
              <a:rPr lang="en-US" noProof="0" dirty="0" err="1"/>
              <a:t>Vierte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>
          <a:xfrm>
            <a:off x="395289" y="303212"/>
            <a:ext cx="8353425" cy="720725"/>
          </a:xfrm>
        </p:spPr>
        <p:txBody>
          <a:bodyPr/>
          <a:lstStyle>
            <a:lvl1pPr>
              <a:defRPr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noProof="0" dirty="0" err="1"/>
              <a:t>Titelmasterformat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</p:txBody>
      </p:sp>
      <p:sp>
        <p:nvSpPr>
          <p:cNvPr id="10" name="Datumsplatzhalter 9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fld id="{A144BB05-B6BD-4EAF-8D90-F01B136B4D17}" type="datetime3">
              <a:rPr lang="en-US" noProof="0" smtClean="0"/>
            </a:fld>
            <a:endParaRPr lang="en-US" noProof="0"/>
          </a:p>
        </p:txBody>
      </p:sp>
      <p:sp>
        <p:nvSpPr>
          <p:cNvPr id="11" name="Foliennummernplatzhalter 10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fld id="{ADA48181-2C78-49CB-8C52-912A07842C2E}" type="slidenum">
              <a:rPr lang="en-US" noProof="0" smtClean="0"/>
            </a:fld>
            <a:endParaRPr lang="en-US" noProof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noProof="0"/>
              <a:t>Author, © Continental AG</a:t>
            </a:r>
            <a:endParaRPr lang="en-US" noProof="0"/>
          </a:p>
        </p:txBody>
      </p:sp>
    </p:spTree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Four Content Are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395289" y="1347788"/>
            <a:ext cx="4140200" cy="1385887"/>
          </a:xfrm>
        </p:spPr>
        <p:txBody>
          <a:bodyPr vert="horz" lIns="0" tIns="18000" rIns="0" bIns="18000" rtlCol="0">
            <a:normAutofit/>
          </a:bodyPr>
          <a:lstStyle>
            <a:lvl1pPr marL="17780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anose="020B0604020202020204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541655" indent="-1841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anose="020B0604020202020204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897255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anose="020B0604020202020204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254125" indent="-17970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anose="020B0604020202020204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00000"/>
              <a:buFontTx/>
              <a:buNone/>
              <a:defRPr lang="de-DE" sz="1600" b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 dirty="0" err="1"/>
              <a:t>Textmasterformate</a:t>
            </a:r>
            <a:r>
              <a:rPr lang="en-US" noProof="0" dirty="0"/>
              <a:t> durch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noProof="0" dirty="0" err="1"/>
              <a:t>Zweite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2"/>
            <a:r>
              <a:rPr lang="en-US" noProof="0" dirty="0" err="1"/>
              <a:t>Dritte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3"/>
            <a:r>
              <a:rPr lang="en-US" noProof="0" dirty="0" err="1"/>
              <a:t>Vierte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4606927" y="1347788"/>
            <a:ext cx="4141787" cy="1385887"/>
          </a:xfrm>
        </p:spPr>
        <p:txBody>
          <a:bodyPr vert="horz" lIns="0" tIns="18000" rIns="0" bIns="18000" rtlCol="0">
            <a:normAutofit/>
          </a:bodyPr>
          <a:lstStyle>
            <a:lvl1pPr marL="17780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anose="020B0604020202020204" pitchFamily="34" charset="0"/>
              <a:buChar char="›"/>
              <a:defRPr lang="de-DE" sz="1600" b="0" kern="12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541655" indent="-1841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anose="020B0604020202020204" pitchFamily="34" charset="0"/>
              <a:buChar char="›"/>
              <a:defRPr lang="de-DE" sz="1600" b="0" kern="12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897255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anose="020B0604020202020204" pitchFamily="34" charset="0"/>
              <a:buChar char="›"/>
              <a:defRPr lang="de-DE" sz="1600" b="0" kern="12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254125" indent="-17970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anose="020B0604020202020204" pitchFamily="34" charset="0"/>
              <a:buChar char="›"/>
              <a:defRPr lang="de-DE" sz="1600" b="0" kern="12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00000"/>
              <a:buFontTx/>
              <a:buNone/>
              <a:defRPr lang="de-DE" sz="1600" b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 dirty="0" err="1"/>
              <a:t>Textmasterformate</a:t>
            </a:r>
            <a:r>
              <a:rPr lang="en-US" noProof="0" dirty="0"/>
              <a:t> durch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noProof="0" dirty="0" err="1"/>
              <a:t>Zweite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2"/>
            <a:r>
              <a:rPr lang="en-US" noProof="0" dirty="0" err="1"/>
              <a:t>Dritte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3"/>
            <a:r>
              <a:rPr lang="en-US" noProof="0" dirty="0" err="1"/>
              <a:t>Vierte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</p:txBody>
      </p:sp>
      <p:sp>
        <p:nvSpPr>
          <p:cNvPr id="12" name="Titel 11"/>
          <p:cNvSpPr>
            <a:spLocks noGrp="1"/>
          </p:cNvSpPr>
          <p:nvPr>
            <p:ph type="title"/>
          </p:nvPr>
        </p:nvSpPr>
        <p:spPr>
          <a:xfrm>
            <a:off x="395289" y="303212"/>
            <a:ext cx="8353425" cy="720725"/>
          </a:xfrm>
        </p:spPr>
        <p:txBody>
          <a:bodyPr/>
          <a:lstStyle>
            <a:lvl1pPr>
              <a:defRPr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noProof="0" dirty="0" err="1"/>
              <a:t>Titelmasterformat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</p:txBody>
      </p:sp>
      <p:sp>
        <p:nvSpPr>
          <p:cNvPr id="13" name="Datumsplatzhalter 1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fld id="{BDE66952-8BA7-4545-9894-562BD7F5549F}" type="datetime3">
              <a:rPr lang="en-US" noProof="0" smtClean="0"/>
            </a:fld>
            <a:endParaRPr lang="en-US" noProof="0"/>
          </a:p>
        </p:txBody>
      </p:sp>
      <p:sp>
        <p:nvSpPr>
          <p:cNvPr id="14" name="Foliennummernplatzhalt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fld id="{ADA48181-2C78-49CB-8C52-912A07842C2E}" type="slidenum">
              <a:rPr lang="en-US" noProof="0" smtClean="0"/>
            </a:fld>
            <a:endParaRPr lang="en-US" noProof="0"/>
          </a:p>
        </p:txBody>
      </p:sp>
      <p:sp>
        <p:nvSpPr>
          <p:cNvPr id="15" name="Fußzeilenplatzhalter 1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noProof="0"/>
              <a:t>Author, © Continental AG</a:t>
            </a:r>
            <a:endParaRPr lang="en-US" noProof="0"/>
          </a:p>
        </p:txBody>
      </p:sp>
      <p:sp>
        <p:nvSpPr>
          <p:cNvPr id="18" name="Inhaltsplatzhalter 2"/>
          <p:cNvSpPr>
            <a:spLocks noGrp="1"/>
          </p:cNvSpPr>
          <p:nvPr>
            <p:ph sz="half" idx="13" hasCustomPrompt="1"/>
          </p:nvPr>
        </p:nvSpPr>
        <p:spPr>
          <a:xfrm>
            <a:off x="395289" y="2787650"/>
            <a:ext cx="4140199" cy="1368425"/>
          </a:xfrm>
        </p:spPr>
        <p:txBody>
          <a:bodyPr vert="horz" lIns="0" tIns="18000" rIns="0" bIns="18000" rtlCol="0">
            <a:normAutofit/>
          </a:bodyPr>
          <a:lstStyle>
            <a:lvl1pPr marL="17780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anose="020B0604020202020204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541655" indent="-1841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anose="020B0604020202020204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897255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anose="020B0604020202020204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254125" indent="-17970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anose="020B0604020202020204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00000"/>
              <a:buFontTx/>
              <a:buNone/>
              <a:defRPr lang="de-DE" sz="1600" b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 dirty="0" err="1"/>
              <a:t>Textmasterformate</a:t>
            </a:r>
            <a:r>
              <a:rPr lang="en-US" noProof="0" dirty="0"/>
              <a:t> durch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noProof="0" dirty="0" err="1"/>
              <a:t>Zweite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2"/>
            <a:r>
              <a:rPr lang="en-US" noProof="0" dirty="0" err="1"/>
              <a:t>Dritte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3"/>
            <a:r>
              <a:rPr lang="en-US" noProof="0" dirty="0" err="1"/>
              <a:t>Vierte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</p:txBody>
      </p:sp>
      <p:sp>
        <p:nvSpPr>
          <p:cNvPr id="19" name="Inhaltsplatzhalter 3"/>
          <p:cNvSpPr>
            <a:spLocks noGrp="1"/>
          </p:cNvSpPr>
          <p:nvPr>
            <p:ph sz="half" idx="14" hasCustomPrompt="1"/>
          </p:nvPr>
        </p:nvSpPr>
        <p:spPr>
          <a:xfrm>
            <a:off x="4606926" y="2787650"/>
            <a:ext cx="4141788" cy="1368425"/>
          </a:xfrm>
        </p:spPr>
        <p:txBody>
          <a:bodyPr vert="horz" lIns="0" tIns="18000" rIns="0" bIns="18000" rtlCol="0">
            <a:normAutofit/>
          </a:bodyPr>
          <a:lstStyle>
            <a:lvl1pPr marL="17780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anose="020B0604020202020204" pitchFamily="34" charset="0"/>
              <a:buChar char="›"/>
              <a:defRPr lang="de-DE" sz="1600" b="0" kern="12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541655" indent="-1841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anose="020B0604020202020204" pitchFamily="34" charset="0"/>
              <a:buChar char="›"/>
              <a:defRPr lang="de-DE" sz="1600" b="0" kern="12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897255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anose="020B0604020202020204" pitchFamily="34" charset="0"/>
              <a:buChar char="›"/>
              <a:defRPr lang="de-DE" sz="1600" b="0" kern="12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254125" indent="-17970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anose="020B0604020202020204" pitchFamily="34" charset="0"/>
              <a:buChar char="›"/>
              <a:defRPr lang="de-DE" sz="1600" b="0" kern="12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00000"/>
              <a:buFontTx/>
              <a:buNone/>
              <a:defRPr lang="de-DE" sz="1600" b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 dirty="0" err="1"/>
              <a:t>Textmasterformate</a:t>
            </a:r>
            <a:r>
              <a:rPr lang="en-US" noProof="0" dirty="0"/>
              <a:t> durch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noProof="0" dirty="0" err="1"/>
              <a:t>Zweite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2"/>
            <a:r>
              <a:rPr lang="en-US" noProof="0" dirty="0" err="1"/>
              <a:t>Dritte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3"/>
            <a:r>
              <a:rPr lang="en-US" noProof="0" dirty="0" err="1"/>
              <a:t>Vierte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</p:txBody>
      </p:sp>
    </p:spTree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395289" y="303212"/>
            <a:ext cx="8353425" cy="720725"/>
          </a:xfrm>
        </p:spPr>
        <p:txBody>
          <a:bodyPr/>
          <a:lstStyle>
            <a:lvl1pPr>
              <a:defRPr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noProof="0" dirty="0" err="1"/>
              <a:t>Titelmasterformat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27E051F-9C00-4D71-9B67-0FF240BFCC4F}" type="datetime3">
              <a:rPr lang="en-US" noProof="0" smtClean="0"/>
            </a:fld>
            <a:endParaRPr lang="en-US" noProof="0"/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DA48181-2C78-49CB-8C52-912A07842C2E}" type="slidenum">
              <a:rPr lang="en-US" noProof="0" smtClean="0"/>
            </a:fld>
            <a:endParaRPr lang="en-US" noProof="0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Author, © Continental AG</a:t>
            </a:r>
            <a:endParaRPr lang="en-US" noProof="0"/>
          </a:p>
        </p:txBody>
      </p:sp>
    </p:spTree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B9D1A53-3D50-465D-BEE6-D62CB4527C46}" type="datetime3">
              <a:rPr lang="en-US" noProof="0" smtClean="0"/>
            </a:fld>
            <a:endParaRPr lang="en-US" noProof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DA48181-2C78-49CB-8C52-912A07842C2E}" type="slidenum">
              <a:rPr lang="en-US" noProof="0" smtClean="0"/>
            </a:fld>
            <a:endParaRPr lang="en-US" noProof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Author, © Continental AG</a:t>
            </a:r>
            <a:endParaRPr lang="en-US" noProof="0"/>
          </a:p>
        </p:txBody>
      </p:sp>
    </p:spTree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(oran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4"/>
          <p:cNvSpPr/>
          <p:nvPr userDrawn="1"/>
        </p:nvSpPr>
        <p:spPr>
          <a:xfrm>
            <a:off x="7560332" y="296862"/>
            <a:ext cx="1332272" cy="575854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 err="1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95289" y="2257200"/>
            <a:ext cx="8353425" cy="1898875"/>
          </a:xfrm>
        </p:spPr>
        <p:txBody>
          <a:bodyPr>
            <a:noAutofit/>
          </a:bodyPr>
          <a:lstStyle>
            <a:lvl1pPr marL="0" indent="0">
              <a:lnSpc>
                <a:spcPct val="113000"/>
              </a:lnSpc>
              <a:buSzPct val="125000"/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</a:defRPr>
            </a:lvl1pPr>
            <a:lvl2pPr marL="184150" indent="-184150">
              <a:lnSpc>
                <a:spcPct val="113000"/>
              </a:lnSpc>
              <a:buClr>
                <a:schemeClr val="accent1"/>
              </a:buClr>
              <a:buSzPct val="125000"/>
              <a:buFont typeface="Arial" panose="020B0604020202020204" pitchFamily="34" charset="0"/>
              <a:buChar char="›"/>
              <a:defRPr sz="2400">
                <a:solidFill>
                  <a:schemeClr val="tx1"/>
                </a:solidFill>
              </a:defRPr>
            </a:lvl2pPr>
            <a:lvl3pPr marL="539750" indent="-177800">
              <a:lnSpc>
                <a:spcPct val="113000"/>
              </a:lnSpc>
              <a:buClr>
                <a:schemeClr val="accent1"/>
              </a:buClr>
              <a:buSzPct val="125000"/>
              <a:buFont typeface="Arial" panose="020B0604020202020204" pitchFamily="34" charset="0"/>
              <a:buChar char="›"/>
              <a:defRPr sz="2400">
                <a:solidFill>
                  <a:schemeClr val="tx1"/>
                </a:solidFill>
              </a:defRPr>
            </a:lvl3pPr>
            <a:lvl4pPr marL="895350" indent="-179705">
              <a:lnSpc>
                <a:spcPct val="113000"/>
              </a:lnSpc>
              <a:buClr>
                <a:schemeClr val="accent1"/>
              </a:buClr>
              <a:buSzPct val="125000"/>
              <a:buFont typeface="Arial" panose="020B0604020202020204" pitchFamily="34" charset="0"/>
              <a:buChar char="›"/>
              <a:defRPr sz="2400">
                <a:solidFill>
                  <a:schemeClr val="tx1"/>
                </a:solidFill>
              </a:defRPr>
            </a:lvl4pPr>
            <a:lvl5pPr marL="1257300" indent="-177800">
              <a:lnSpc>
                <a:spcPct val="113000"/>
              </a:lnSpc>
              <a:buClr>
                <a:schemeClr val="accent1"/>
              </a:buClr>
              <a:buSzPct val="125000"/>
              <a:buFont typeface="Arial" panose="020B0604020202020204" pitchFamily="34" charset="0"/>
              <a:buChar char="›"/>
              <a:defRPr sz="2400">
                <a:solidFill>
                  <a:schemeClr val="tx1"/>
                </a:solidFill>
              </a:defRPr>
            </a:lvl5pPr>
          </a:lstStyle>
          <a:p>
            <a:pPr lvl="0"/>
            <a:endParaRPr lang="en-US" noProof="0" dirty="0"/>
          </a:p>
        </p:txBody>
      </p:sp>
      <p:sp>
        <p:nvSpPr>
          <p:cNvPr id="8" name="Titel 7"/>
          <p:cNvSpPr>
            <a:spLocks noGrp="1"/>
          </p:cNvSpPr>
          <p:nvPr>
            <p:ph type="title"/>
          </p:nvPr>
        </p:nvSpPr>
        <p:spPr>
          <a:xfrm>
            <a:off x="395289" y="1580400"/>
            <a:ext cx="8353425" cy="720000"/>
          </a:xfrm>
        </p:spPr>
        <p:txBody>
          <a:bodyPr anchor="b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noProof="0" dirty="0"/>
          </a:p>
        </p:txBody>
      </p:sp>
      <p:sp>
        <p:nvSpPr>
          <p:cNvPr id="9" name="Datumsplatzhalter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4EADE39-D176-4F20-980F-C8D999BF5D0B}" type="datetime3">
              <a:rPr lang="en-US" noProof="0" smtClean="0"/>
            </a:fld>
            <a:endParaRPr lang="en-US" noProof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DA48181-2C78-49CB-8C52-912A07842C2E}" type="slidenum">
              <a:rPr lang="en-US" noProof="0" smtClean="0"/>
            </a:fld>
            <a:endParaRPr lang="en-US" noProof="0"/>
          </a:p>
        </p:txBody>
      </p:sp>
      <p:sp>
        <p:nvSpPr>
          <p:cNvPr id="11" name="Fußzeilenplatzhalt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Author, © Continental AG</a:t>
            </a:r>
            <a:endParaRPr lang="en-US" noProof="0"/>
          </a:p>
        </p:txBody>
      </p:sp>
      <p:grpSp>
        <p:nvGrpSpPr>
          <p:cNvPr id="2" name="Gruppieren 15"/>
          <p:cNvGrpSpPr/>
          <p:nvPr userDrawn="1"/>
        </p:nvGrpSpPr>
        <p:grpSpPr>
          <a:xfrm>
            <a:off x="0" y="0"/>
            <a:ext cx="9144000" cy="5143501"/>
            <a:chOff x="0" y="0"/>
            <a:chExt cx="9144000" cy="6858001"/>
          </a:xfrm>
        </p:grpSpPr>
        <p:sp>
          <p:nvSpPr>
            <p:cNvPr id="18" name="Rechteck 17"/>
            <p:cNvSpPr/>
            <p:nvPr userDrawn="1"/>
          </p:nvSpPr>
          <p:spPr>
            <a:xfrm>
              <a:off x="0" y="0"/>
              <a:ext cx="9144000" cy="260351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9" name="Rechteck 18"/>
            <p:cNvSpPr/>
            <p:nvPr userDrawn="1"/>
          </p:nvSpPr>
          <p:spPr>
            <a:xfrm>
              <a:off x="0" y="6597652"/>
              <a:ext cx="9144000" cy="260349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20" name="Rechteck 19"/>
            <p:cNvSpPr/>
            <p:nvPr userDrawn="1"/>
          </p:nvSpPr>
          <p:spPr>
            <a:xfrm>
              <a:off x="0" y="0"/>
              <a:ext cx="179388" cy="6857999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21" name="Rechteck 20"/>
            <p:cNvSpPr/>
            <p:nvPr userDrawn="1"/>
          </p:nvSpPr>
          <p:spPr>
            <a:xfrm>
              <a:off x="8964612" y="0"/>
              <a:ext cx="179387" cy="6857999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>
                <a:solidFill>
                  <a:schemeClr val="bg2">
                    <a:lumMod val="10000"/>
                  </a:schemeClr>
                </a:solidFill>
              </a:endParaRPr>
            </a:p>
          </p:txBody>
        </p:sp>
      </p:grpSp>
      <p:pic>
        <p:nvPicPr>
          <p:cNvPr id="22" name="Bild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4381647"/>
            <a:ext cx="1857600" cy="57054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" name="Gerade Verbindung 24"/>
          <p:cNvCxnSpPr/>
          <p:nvPr userDrawn="1"/>
        </p:nvCxnSpPr>
        <p:spPr>
          <a:xfrm>
            <a:off x="395289" y="4320706"/>
            <a:ext cx="8353425" cy="0"/>
          </a:xfrm>
          <a:prstGeom prst="line">
            <a:avLst/>
          </a:prstGeom>
          <a:ln w="444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95289" y="2257200"/>
            <a:ext cx="8353425" cy="1898875"/>
          </a:xfrm>
        </p:spPr>
        <p:txBody>
          <a:bodyPr>
            <a:noAutofit/>
          </a:bodyPr>
          <a:lstStyle>
            <a:lvl1pPr marL="0" indent="0">
              <a:lnSpc>
                <a:spcPct val="113000"/>
              </a:lnSpc>
              <a:buSzPct val="125000"/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1pPr>
            <a:lvl2pPr marL="184150" indent="-184150">
              <a:lnSpc>
                <a:spcPct val="113000"/>
              </a:lnSpc>
              <a:buClr>
                <a:schemeClr val="accent1"/>
              </a:buClr>
              <a:buSzPct val="125000"/>
              <a:buFont typeface="Arial" panose="020B0604020202020204" pitchFamily="34" charset="0"/>
              <a:buChar char="›"/>
              <a:defRPr sz="2400">
                <a:solidFill>
                  <a:schemeClr val="tx1"/>
                </a:solidFill>
              </a:defRPr>
            </a:lvl2pPr>
            <a:lvl3pPr marL="539750" indent="-177800">
              <a:lnSpc>
                <a:spcPct val="113000"/>
              </a:lnSpc>
              <a:buClr>
                <a:schemeClr val="accent1"/>
              </a:buClr>
              <a:buSzPct val="125000"/>
              <a:buFont typeface="Arial" panose="020B0604020202020204" pitchFamily="34" charset="0"/>
              <a:buChar char="›"/>
              <a:defRPr sz="2400">
                <a:solidFill>
                  <a:schemeClr val="tx1"/>
                </a:solidFill>
              </a:defRPr>
            </a:lvl3pPr>
            <a:lvl4pPr marL="895350" indent="-179705">
              <a:lnSpc>
                <a:spcPct val="113000"/>
              </a:lnSpc>
              <a:buClr>
                <a:schemeClr val="accent1"/>
              </a:buClr>
              <a:buSzPct val="125000"/>
              <a:buFont typeface="Arial" panose="020B0604020202020204" pitchFamily="34" charset="0"/>
              <a:buChar char="›"/>
              <a:defRPr sz="2400">
                <a:solidFill>
                  <a:schemeClr val="tx1"/>
                </a:solidFill>
              </a:defRPr>
            </a:lvl4pPr>
            <a:lvl5pPr marL="1257300" indent="-177800">
              <a:lnSpc>
                <a:spcPct val="113000"/>
              </a:lnSpc>
              <a:buClr>
                <a:schemeClr val="accent1"/>
              </a:buClr>
              <a:buSzPct val="125000"/>
              <a:buFont typeface="Arial" panose="020B0604020202020204" pitchFamily="34" charset="0"/>
              <a:buChar char="›"/>
              <a:defRPr sz="2400">
                <a:solidFill>
                  <a:schemeClr val="tx1"/>
                </a:solidFill>
              </a:defRPr>
            </a:lvl5pPr>
          </a:lstStyle>
          <a:p>
            <a:pPr lvl="0"/>
            <a:endParaRPr lang="en-US" noProof="0" dirty="0"/>
          </a:p>
        </p:txBody>
      </p:sp>
      <p:sp>
        <p:nvSpPr>
          <p:cNvPr id="8" name="Titel 7"/>
          <p:cNvSpPr>
            <a:spLocks noGrp="1"/>
          </p:cNvSpPr>
          <p:nvPr>
            <p:ph type="title"/>
          </p:nvPr>
        </p:nvSpPr>
        <p:spPr>
          <a:xfrm>
            <a:off x="395289" y="1580400"/>
            <a:ext cx="8353425" cy="720000"/>
          </a:xfrm>
        </p:spPr>
        <p:txBody>
          <a:bodyPr anchor="b" anchorCtr="0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n-US" noProof="0" dirty="0"/>
          </a:p>
        </p:txBody>
      </p:sp>
      <p:sp>
        <p:nvSpPr>
          <p:cNvPr id="9" name="Datumsplatzhalter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0CAE601-AA0A-4E2D-A23A-B8A0B5331932}" type="datetime3">
              <a:rPr lang="en-US" noProof="0" smtClean="0"/>
            </a:fld>
            <a:endParaRPr lang="en-US" noProof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DA48181-2C78-49CB-8C52-912A07842C2E}" type="slidenum">
              <a:rPr lang="en-US" noProof="0" smtClean="0"/>
            </a:fld>
            <a:endParaRPr lang="en-US" noProof="0"/>
          </a:p>
        </p:txBody>
      </p:sp>
      <p:sp>
        <p:nvSpPr>
          <p:cNvPr id="11" name="Fußzeilenplatzhalt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Author, © Continental AG</a:t>
            </a:r>
            <a:endParaRPr lang="en-US" noProof="0"/>
          </a:p>
        </p:txBody>
      </p:sp>
      <p:grpSp>
        <p:nvGrpSpPr>
          <p:cNvPr id="2" name="Gruppieren 15"/>
          <p:cNvGrpSpPr/>
          <p:nvPr userDrawn="1"/>
        </p:nvGrpSpPr>
        <p:grpSpPr>
          <a:xfrm>
            <a:off x="0" y="0"/>
            <a:ext cx="9144000" cy="5143501"/>
            <a:chOff x="0" y="0"/>
            <a:chExt cx="9144000" cy="6858001"/>
          </a:xfrm>
        </p:grpSpPr>
        <p:sp>
          <p:nvSpPr>
            <p:cNvPr id="14" name="Rechteck 13"/>
            <p:cNvSpPr/>
            <p:nvPr userDrawn="1"/>
          </p:nvSpPr>
          <p:spPr>
            <a:xfrm>
              <a:off x="0" y="0"/>
              <a:ext cx="9144000" cy="260351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5" name="Rechteck 14"/>
            <p:cNvSpPr/>
            <p:nvPr userDrawn="1"/>
          </p:nvSpPr>
          <p:spPr>
            <a:xfrm>
              <a:off x="0" y="6597652"/>
              <a:ext cx="9144000" cy="260349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6" name="Rechteck 15"/>
            <p:cNvSpPr/>
            <p:nvPr userDrawn="1"/>
          </p:nvSpPr>
          <p:spPr>
            <a:xfrm>
              <a:off x="0" y="0"/>
              <a:ext cx="179388" cy="6857999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7" name="Rechteck 16"/>
            <p:cNvSpPr/>
            <p:nvPr userDrawn="1"/>
          </p:nvSpPr>
          <p:spPr>
            <a:xfrm>
              <a:off x="8964612" y="0"/>
              <a:ext cx="179387" cy="6857999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>
                <a:solidFill>
                  <a:schemeClr val="bg2">
                    <a:lumMod val="10000"/>
                  </a:schemeClr>
                </a:solidFill>
              </a:endParaRPr>
            </a:p>
          </p:txBody>
        </p:sp>
      </p:grpSp>
    </p:spTree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(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4"/>
          <p:cNvSpPr/>
          <p:nvPr userDrawn="1"/>
        </p:nvSpPr>
        <p:spPr>
          <a:xfrm>
            <a:off x="7560332" y="296862"/>
            <a:ext cx="1332272" cy="575854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 err="1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95289" y="2257200"/>
            <a:ext cx="8353425" cy="1898875"/>
          </a:xfrm>
        </p:spPr>
        <p:txBody>
          <a:bodyPr>
            <a:noAutofit/>
          </a:bodyPr>
          <a:lstStyle>
            <a:lvl1pPr marL="0" indent="0">
              <a:lnSpc>
                <a:spcPct val="113000"/>
              </a:lnSpc>
              <a:buSzPct val="125000"/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</a:defRPr>
            </a:lvl1pPr>
            <a:lvl2pPr marL="184150" indent="-184150">
              <a:lnSpc>
                <a:spcPct val="113000"/>
              </a:lnSpc>
              <a:buClr>
                <a:schemeClr val="accent1"/>
              </a:buClr>
              <a:buSzPct val="125000"/>
              <a:buFont typeface="Arial" panose="020B0604020202020204" pitchFamily="34" charset="0"/>
              <a:buChar char="›"/>
              <a:defRPr sz="2400">
                <a:solidFill>
                  <a:schemeClr val="tx1"/>
                </a:solidFill>
              </a:defRPr>
            </a:lvl2pPr>
            <a:lvl3pPr marL="539750" indent="-177800">
              <a:lnSpc>
                <a:spcPct val="113000"/>
              </a:lnSpc>
              <a:buClr>
                <a:schemeClr val="accent1"/>
              </a:buClr>
              <a:buSzPct val="125000"/>
              <a:buFont typeface="Arial" panose="020B0604020202020204" pitchFamily="34" charset="0"/>
              <a:buChar char="›"/>
              <a:defRPr sz="2400">
                <a:solidFill>
                  <a:schemeClr val="tx1"/>
                </a:solidFill>
              </a:defRPr>
            </a:lvl3pPr>
            <a:lvl4pPr marL="895350" indent="-179705">
              <a:lnSpc>
                <a:spcPct val="113000"/>
              </a:lnSpc>
              <a:buClr>
                <a:schemeClr val="accent1"/>
              </a:buClr>
              <a:buSzPct val="125000"/>
              <a:buFont typeface="Arial" panose="020B0604020202020204" pitchFamily="34" charset="0"/>
              <a:buChar char="›"/>
              <a:defRPr sz="2400">
                <a:solidFill>
                  <a:schemeClr val="tx1"/>
                </a:solidFill>
              </a:defRPr>
            </a:lvl4pPr>
            <a:lvl5pPr marL="1257300" indent="-177800">
              <a:lnSpc>
                <a:spcPct val="113000"/>
              </a:lnSpc>
              <a:buClr>
                <a:schemeClr val="accent1"/>
              </a:buClr>
              <a:buSzPct val="125000"/>
              <a:buFont typeface="Arial" panose="020B0604020202020204" pitchFamily="34" charset="0"/>
              <a:buChar char="›"/>
              <a:defRPr sz="2400">
                <a:solidFill>
                  <a:schemeClr val="tx1"/>
                </a:solidFill>
              </a:defRPr>
            </a:lvl5pPr>
          </a:lstStyle>
          <a:p>
            <a:pPr lvl="0"/>
            <a:endParaRPr lang="en-US" noProof="0" dirty="0"/>
          </a:p>
        </p:txBody>
      </p:sp>
      <p:sp>
        <p:nvSpPr>
          <p:cNvPr id="8" name="Titel 7"/>
          <p:cNvSpPr>
            <a:spLocks noGrp="1"/>
          </p:cNvSpPr>
          <p:nvPr>
            <p:ph type="title"/>
          </p:nvPr>
        </p:nvSpPr>
        <p:spPr>
          <a:xfrm>
            <a:off x="395289" y="1580400"/>
            <a:ext cx="8353425" cy="720000"/>
          </a:xfrm>
        </p:spPr>
        <p:txBody>
          <a:bodyPr anchor="b" anchorCtr="0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n-US" noProof="0" dirty="0"/>
          </a:p>
        </p:txBody>
      </p:sp>
      <p:sp>
        <p:nvSpPr>
          <p:cNvPr id="9" name="Datumsplatzhalter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A8F701C-372F-4C4A-8037-9EE90099ED8D}" type="datetime3">
              <a:rPr lang="en-US" noProof="0" smtClean="0"/>
            </a:fld>
            <a:endParaRPr lang="en-US" noProof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DA48181-2C78-49CB-8C52-912A07842C2E}" type="slidenum">
              <a:rPr lang="en-US" noProof="0" smtClean="0"/>
            </a:fld>
            <a:endParaRPr lang="en-US" noProof="0"/>
          </a:p>
        </p:txBody>
      </p:sp>
      <p:sp>
        <p:nvSpPr>
          <p:cNvPr id="11" name="Fußzeilenplatzhalt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Author, © Continental AG</a:t>
            </a:r>
            <a:endParaRPr lang="en-US" noProof="0"/>
          </a:p>
        </p:txBody>
      </p:sp>
      <p:grpSp>
        <p:nvGrpSpPr>
          <p:cNvPr id="2" name="Gruppieren 15"/>
          <p:cNvGrpSpPr/>
          <p:nvPr userDrawn="1"/>
        </p:nvGrpSpPr>
        <p:grpSpPr>
          <a:xfrm>
            <a:off x="0" y="0"/>
            <a:ext cx="9144000" cy="5143501"/>
            <a:chOff x="0" y="0"/>
            <a:chExt cx="9144000" cy="6858001"/>
          </a:xfrm>
        </p:grpSpPr>
        <p:sp>
          <p:nvSpPr>
            <p:cNvPr id="18" name="Rechteck 17"/>
            <p:cNvSpPr/>
            <p:nvPr userDrawn="1"/>
          </p:nvSpPr>
          <p:spPr>
            <a:xfrm>
              <a:off x="0" y="0"/>
              <a:ext cx="9144000" cy="260351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9" name="Rechteck 18"/>
            <p:cNvSpPr/>
            <p:nvPr userDrawn="1"/>
          </p:nvSpPr>
          <p:spPr>
            <a:xfrm>
              <a:off x="0" y="6597650"/>
              <a:ext cx="9144000" cy="260351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20" name="Rechteck 19"/>
            <p:cNvSpPr/>
            <p:nvPr userDrawn="1"/>
          </p:nvSpPr>
          <p:spPr>
            <a:xfrm>
              <a:off x="0" y="0"/>
              <a:ext cx="179388" cy="6857999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21" name="Rechteck 20"/>
            <p:cNvSpPr/>
            <p:nvPr userDrawn="1"/>
          </p:nvSpPr>
          <p:spPr>
            <a:xfrm>
              <a:off x="8964612" y="0"/>
              <a:ext cx="179387" cy="6857999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>
                <a:solidFill>
                  <a:schemeClr val="bg2">
                    <a:lumMod val="10000"/>
                  </a:schemeClr>
                </a:solidFill>
              </a:endParaRPr>
            </a:p>
          </p:txBody>
        </p:sp>
      </p:grpSp>
      <p:cxnSp>
        <p:nvCxnSpPr>
          <p:cNvPr id="23" name="Gerade Verbindung 22"/>
          <p:cNvCxnSpPr/>
          <p:nvPr userDrawn="1"/>
        </p:nvCxnSpPr>
        <p:spPr>
          <a:xfrm>
            <a:off x="395289" y="4320706"/>
            <a:ext cx="8353425" cy="0"/>
          </a:xfrm>
          <a:prstGeom prst="line">
            <a:avLst/>
          </a:prstGeom>
          <a:ln w="444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5" Type="http://schemas.openxmlformats.org/officeDocument/2006/relationships/theme" Target="../theme/theme1.xml"/><Relationship Id="rId24" Type="http://schemas.openxmlformats.org/officeDocument/2006/relationships/image" Target="../media/image6.png"/><Relationship Id="rId23" Type="http://schemas.openxmlformats.org/officeDocument/2006/relationships/image" Target="../media/image5.jpeg"/><Relationship Id="rId22" Type="http://schemas.openxmlformats.org/officeDocument/2006/relationships/tags" Target="../tags/tag2.xml"/><Relationship Id="rId21" Type="http://schemas.openxmlformats.org/officeDocument/2006/relationships/tags" Target="../tags/tag1.xml"/><Relationship Id="rId20" Type="http://schemas.openxmlformats.org/officeDocument/2006/relationships/image" Target="../media/image4.emf"/><Relationship Id="rId2" Type="http://schemas.openxmlformats.org/officeDocument/2006/relationships/slideLayout" Target="../slideLayouts/slideLayout2.xml"/><Relationship Id="rId19" Type="http://schemas.openxmlformats.org/officeDocument/2006/relationships/image" Target="../media/image3.png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A close up of a logo&#10;&#10;Description generated with very high confidence"/>
          <p:cNvPicPr>
            <a:picLocks noChangeAspect="1"/>
          </p:cNvPicPr>
          <p:nvPr userDrawn="1"/>
        </p:nvPicPr>
        <p:blipFill>
          <a:blip r:embed="rId19">
            <a:alphaModFix amt="10000"/>
          </a:blip>
          <a:stretch>
            <a:fillRect/>
          </a:stretch>
        </p:blipFill>
        <p:spPr>
          <a:xfrm>
            <a:off x="2620509" y="153738"/>
            <a:ext cx="3902982" cy="3899442"/>
          </a:xfrm>
          <a:prstGeom prst="rect">
            <a:avLst/>
          </a:prstGeom>
        </p:spPr>
      </p:pic>
      <p:sp>
        <p:nvSpPr>
          <p:cNvPr id="15" name="MIO_LOGOPLACEHOLDER" hidden="1"/>
          <p:cNvSpPr/>
          <p:nvPr userDrawn="1"/>
        </p:nvSpPr>
        <p:spPr>
          <a:xfrm>
            <a:off x="7727949" y="381360"/>
            <a:ext cx="1020763" cy="418740"/>
          </a:xfrm>
          <a:prstGeom prst="rect">
            <a:avLst/>
          </a:prstGeom>
          <a:solidFill>
            <a:srgbClr val="FFFFFF"/>
          </a:solidFill>
          <a:ln w="3175">
            <a:noFill/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 sz="800" noProof="0" dirty="0">
              <a:solidFill>
                <a:srgbClr val="00B0F0"/>
              </a:solidFill>
            </a:endParaRPr>
          </a:p>
        </p:txBody>
      </p:sp>
      <p:cxnSp>
        <p:nvCxnSpPr>
          <p:cNvPr id="13" name="Gerade Verbindung 12"/>
          <p:cNvCxnSpPr/>
          <p:nvPr userDrawn="1"/>
        </p:nvCxnSpPr>
        <p:spPr>
          <a:xfrm>
            <a:off x="395289" y="4320706"/>
            <a:ext cx="8353425" cy="0"/>
          </a:xfrm>
          <a:prstGeom prst="line">
            <a:avLst/>
          </a:prstGeom>
          <a:ln w="444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Bild 4"/>
          <p:cNvPicPr>
            <a:picLocks noChangeAspect="1"/>
          </p:cNvPicPr>
          <p:nvPr userDrawn="1"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black">
          <a:xfrm>
            <a:off x="251520" y="4381646"/>
            <a:ext cx="1857600" cy="57054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395289" y="303212"/>
            <a:ext cx="8353425" cy="720726"/>
          </a:xfrm>
          <a:prstGeom prst="rect">
            <a:avLst/>
          </a:prstGeom>
        </p:spPr>
        <p:txBody>
          <a:bodyPr vert="horz" lIns="0" tIns="25200" rIns="91440" bIns="0" rtlCol="0" anchor="t" anchorCtr="0">
            <a:noAutofit/>
          </a:bodyPr>
          <a:lstStyle/>
          <a:p>
            <a:r>
              <a:rPr lang="en-US" noProof="0" dirty="0" err="1"/>
              <a:t>Titelmasterformat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395289" y="1342800"/>
            <a:ext cx="8353425" cy="2813275"/>
          </a:xfrm>
          <a:prstGeom prst="rect">
            <a:avLst/>
          </a:prstGeom>
        </p:spPr>
        <p:txBody>
          <a:bodyPr vert="horz" lIns="0" tIns="18000" rIns="0" bIns="18000" rtlCol="0">
            <a:normAutofit/>
          </a:bodyPr>
          <a:lstStyle/>
          <a:p>
            <a:pPr lvl="0"/>
            <a:r>
              <a:rPr lang="en-US" noProof="0" dirty="0" err="1"/>
              <a:t>Textmasterformate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noProof="0" dirty="0" err="1"/>
              <a:t>Zweite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2"/>
            <a:r>
              <a:rPr lang="en-US" noProof="0" dirty="0" err="1"/>
              <a:t>Dritte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3"/>
            <a:r>
              <a:rPr lang="en-US" noProof="0" dirty="0" err="1"/>
              <a:t>Vierte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4"/>
            <a:r>
              <a:rPr lang="en-US" noProof="0" dirty="0" err="1"/>
              <a:t>Fünfte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</p:txBody>
      </p:sp>
      <p:sp>
        <p:nvSpPr>
          <p:cNvPr id="24" name="Datumsplatzhalter 23"/>
          <p:cNvSpPr>
            <a:spLocks noGrp="1"/>
          </p:cNvSpPr>
          <p:nvPr>
            <p:ph type="dt" sz="half" idx="2"/>
          </p:nvPr>
        </p:nvSpPr>
        <p:spPr>
          <a:xfrm>
            <a:off x="7668344" y="4551969"/>
            <a:ext cx="684076" cy="113269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  <a:latin typeface="+mn-lt"/>
              </a:defRPr>
            </a:lvl1pPr>
          </a:lstStyle>
          <a:p>
            <a:fld id="{446C7CFE-FDAE-4A50-A309-ACAE703BAE6B}" type="datetime3">
              <a:rPr lang="en-US" noProof="0" smtClean="0"/>
            </a:fld>
            <a:endParaRPr lang="en-US" noProof="0"/>
          </a:p>
        </p:txBody>
      </p:sp>
      <p:sp>
        <p:nvSpPr>
          <p:cNvPr id="25" name="Fußzeilenplatzhalter 24"/>
          <p:cNvSpPr>
            <a:spLocks noGrp="1"/>
          </p:cNvSpPr>
          <p:nvPr>
            <p:ph type="ftr" sz="quarter" idx="3"/>
          </p:nvPr>
        </p:nvSpPr>
        <p:spPr>
          <a:xfrm>
            <a:off x="7333512" y="4665239"/>
            <a:ext cx="1018909" cy="112830"/>
          </a:xfrm>
          <a:prstGeom prst="rect">
            <a:avLst/>
          </a:prstGeom>
        </p:spPr>
        <p:txBody>
          <a:bodyPr vert="horz" wrap="none" lIns="0" tIns="0" rIns="0" bIns="0" rtlCol="0" anchor="t" anchorCtr="0"/>
          <a:lstStyle>
            <a:lvl1pPr algn="l">
              <a:defRPr sz="7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noProof="0"/>
              <a:t>Author, © Continental AG</a:t>
            </a:r>
            <a:endParaRPr lang="en-US" noProof="0"/>
          </a:p>
        </p:txBody>
      </p:sp>
      <p:sp>
        <p:nvSpPr>
          <p:cNvPr id="26" name="Foliennummernplatzhalter 25"/>
          <p:cNvSpPr>
            <a:spLocks noGrp="1"/>
          </p:cNvSpPr>
          <p:nvPr>
            <p:ph type="sldNum" sz="quarter" idx="4"/>
          </p:nvPr>
        </p:nvSpPr>
        <p:spPr>
          <a:xfrm>
            <a:off x="8388425" y="4665239"/>
            <a:ext cx="360289" cy="112830"/>
          </a:xfrm>
          <a:prstGeom prst="rect">
            <a:avLst/>
          </a:prstGeom>
        </p:spPr>
        <p:txBody>
          <a:bodyPr vert="horz" wrap="none" lIns="0" tIns="0" rIns="0" bIns="0" rtlCol="0" anchor="t" anchorCtr="0"/>
          <a:lstStyle>
            <a:lvl1pPr algn="r">
              <a:defRPr sz="700" b="1">
                <a:solidFill>
                  <a:schemeClr val="tx1"/>
                </a:solidFill>
                <a:latin typeface="+mn-lt"/>
              </a:defRPr>
            </a:lvl1pPr>
          </a:lstStyle>
          <a:p>
            <a:fld id="{ADA48181-2C78-49CB-8C52-912A07842C2E}" type="slidenum">
              <a:rPr lang="en-US" noProof="0" smtClean="0"/>
            </a:fld>
            <a:endParaRPr lang="en-US" noProof="0"/>
          </a:p>
        </p:txBody>
      </p:sp>
      <p:sp>
        <p:nvSpPr>
          <p:cNvPr id="4" name="empower - DO NOT DELETE!!!"/>
          <p:cNvSpPr/>
          <p:nvPr userDrawn="1">
            <p:custDataLst>
              <p:tags r:id="rId21"/>
            </p:custDataLst>
          </p:nvPr>
        </p:nvSpPr>
        <p:spPr>
          <a:xfrm>
            <a:off x="0" y="0"/>
            <a:ext cx="0" cy="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 sz="1600" dirty="0" err="1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6" name="empower - DO NOT DELETE!!!" hidden="1"/>
          <p:cNvSpPr/>
          <p:nvPr userDrawn="1">
            <p:custDataLst>
              <p:tags r:id="rId22"/>
            </p:custDataLst>
          </p:nvPr>
        </p:nvSpPr>
        <p:spPr>
          <a:xfrm>
            <a:off x="-63500" y="-63500"/>
            <a:ext cx="0" cy="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 sz="1600" dirty="0" err="1">
              <a:solidFill>
                <a:schemeClr val="bg2">
                  <a:lumMod val="10000"/>
                </a:schemeClr>
              </a:solidFill>
            </a:endParaRPr>
          </a:p>
        </p:txBody>
      </p:sp>
      <p:pic>
        <p:nvPicPr>
          <p:cNvPr id="10" name="Picture 9" descr="Diagram, engineering drawing&#10;&#10;Description automatically generated"/>
          <p:cNvPicPr>
            <a:picLocks noChangeAspect="1"/>
          </p:cNvPicPr>
          <p:nvPr userDrawn="1"/>
        </p:nvPicPr>
        <p:blipFill>
          <a:blip r:embed="rId23"/>
          <a:stretch>
            <a:fillRect/>
          </a:stretch>
        </p:blipFill>
        <p:spPr>
          <a:xfrm>
            <a:off x="5004048" y="4381646"/>
            <a:ext cx="2026824" cy="568281"/>
          </a:xfrm>
          <a:prstGeom prst="rect">
            <a:avLst/>
          </a:prstGeom>
        </p:spPr>
      </p:pic>
      <p:pic>
        <p:nvPicPr>
          <p:cNvPr id="20" name="Picture 19" descr="Text&#10;&#10;Description automatically generated"/>
          <p:cNvPicPr>
            <a:picLocks noChangeAspect="1"/>
          </p:cNvPicPr>
          <p:nvPr userDrawn="1"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0500" y="4348052"/>
            <a:ext cx="1512168" cy="685201"/>
          </a:xfrm>
          <a:prstGeom prst="rect">
            <a:avLst/>
          </a:prstGeom>
        </p:spPr>
      </p:pic>
      <p:sp>
        <p:nvSpPr>
          <p:cNvPr id="6" name="TextBox 5"/>
          <p:cNvSpPr txBox="1"/>
          <p:nvPr userDrawn="1"/>
        </p:nvSpPr>
        <p:spPr>
          <a:xfrm>
            <a:off x="4309237" y="5021580"/>
            <a:ext cx="36988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ctr"/>
            <a:r>
              <a:rPr lang="hu-HU" sz="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</a:t>
            </a:r>
            <a:endParaRPr lang="hu-HU" sz="8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transition>
    <p:fade/>
  </p:transition>
  <p:hf hdr="0"/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177800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1"/>
        </a:buClr>
        <a:buSzPct val="125000"/>
        <a:buFont typeface="Arial" panose="020B0604020202020204" pitchFamily="34" charset="0"/>
        <a:buChar char="›"/>
        <a:defRPr sz="1600" b="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541655" indent="-18415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1"/>
        </a:buClr>
        <a:buSzPct val="125000"/>
        <a:buFont typeface="Arial" panose="020B0604020202020204" pitchFamily="34" charset="0"/>
        <a:buChar char="›"/>
        <a:defRPr sz="1600" b="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897255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1"/>
        </a:buClr>
        <a:buSzPct val="125000"/>
        <a:buFont typeface="Arial" panose="020B0604020202020204" pitchFamily="34" charset="0"/>
        <a:buChar char="›"/>
        <a:defRPr sz="1600" b="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1254125" indent="-179705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1"/>
        </a:buClr>
        <a:buSzPct val="125000"/>
        <a:buFont typeface="Arial" panose="020B0604020202020204" pitchFamily="34" charset="0"/>
        <a:buChar char="›"/>
        <a:defRPr sz="1600" b="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1616075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1"/>
        </a:buClr>
        <a:buSzPct val="125000"/>
        <a:buFont typeface="Arial" panose="020B0604020202020204" pitchFamily="34" charset="0"/>
        <a:buChar char="›"/>
        <a:defRPr sz="1600" b="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TextBox 243"/>
          <p:cNvSpPr txBox="1"/>
          <p:nvPr/>
        </p:nvSpPr>
        <p:spPr>
          <a:xfrm>
            <a:off x="1197610" y="1635760"/>
            <a:ext cx="6816725" cy="218059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endParaRPr lang="en-US" altLang="zh-CN" sz="1050" b="1" dirty="0">
              <a:solidFill>
                <a:srgbClr val="FF0000"/>
              </a:solidFill>
            </a:endParaRPr>
          </a:p>
          <a:p>
            <a:r>
              <a:rPr lang="en-US" altLang="zh-CN" sz="1050" b="1" dirty="0"/>
              <a:t>The goal of this project is to implement an association method for tracking lane lines  across consecutive video frames.</a:t>
            </a:r>
            <a:endParaRPr lang="en-US" altLang="zh-CN" sz="1050" b="1" dirty="0"/>
          </a:p>
          <a:p>
            <a:r>
              <a:rPr lang="en-US" altLang="zh-CN" sz="1050" b="1" dirty="0"/>
              <a:t>​</a:t>
            </a:r>
            <a:endParaRPr lang="en-US" altLang="zh-CN" sz="1050" b="1" dirty="0"/>
          </a:p>
          <a:p>
            <a:r>
              <a:rPr lang="en-US" altLang="zh-CN" sz="1050" b="1" dirty="0"/>
              <a:t>The task is to determine whether a line in frame 't+1' corresponds to a line in frame 't'. A neural network is used to learn this association based on geometric features such as angle, length, and position.​</a:t>
            </a:r>
            <a:endParaRPr lang="en-US" altLang="zh-CN" sz="1050" b="1" dirty="0"/>
          </a:p>
          <a:p>
            <a:endParaRPr lang="en-US" altLang="zh-CN" sz="1050" b="1" dirty="0"/>
          </a:p>
          <a:p>
            <a:r>
              <a:rPr lang="en-US" altLang="zh-CN" sz="1050" b="1" dirty="0"/>
              <a:t>The system is developed in Python using PyTorch and is compared against a classical rule-based approach in terms of accuracy and runtime. Training data is generated from the dataset using pseudo labels.</a:t>
            </a:r>
            <a:endParaRPr lang="en-US" altLang="zh-CN" sz="1050" b="1" dirty="0"/>
          </a:p>
          <a:p>
            <a:endParaRPr lang="en-US" altLang="zh-CN" sz="1050" b="1" dirty="0"/>
          </a:p>
          <a:p>
            <a:endParaRPr lang="en-US" sz="1050" b="1" dirty="0"/>
          </a:p>
          <a:p>
            <a:endParaRPr lang="en-US" sz="1050" b="1" dirty="0"/>
          </a:p>
          <a:p>
            <a:endParaRPr lang="en-US" sz="1050" b="1" dirty="0"/>
          </a:p>
          <a:p>
            <a:endParaRPr lang="en-US" sz="1050" b="1" dirty="0"/>
          </a:p>
          <a:p>
            <a:pPr>
              <a:buClr>
                <a:schemeClr val="accent1"/>
              </a:buClr>
            </a:pPr>
            <a:br>
              <a:rPr lang="en-US" sz="1050" dirty="0"/>
            </a:br>
            <a:br>
              <a:rPr lang="en-US" sz="1050" dirty="0"/>
            </a:br>
            <a:br>
              <a:rPr lang="en-US" sz="1050" dirty="0"/>
            </a:br>
            <a:br>
              <a:rPr lang="en-US" sz="1050" dirty="0"/>
            </a:br>
            <a:br>
              <a:rPr lang="en-US" sz="1050" dirty="0"/>
            </a:br>
            <a:br>
              <a:rPr lang="en-US" sz="1050" dirty="0"/>
            </a:br>
            <a:endParaRPr lang="en-US" sz="1050" dirty="0"/>
          </a:p>
        </p:txBody>
      </p:sp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D1A53-3D50-465D-BEE6-D62CB4527C46}" type="datetime3">
              <a:rPr lang="en-US" noProof="0" smtClean="0"/>
            </a:fld>
            <a:endParaRPr lang="en-US" noProof="0" dirty="0"/>
          </a:p>
        </p:txBody>
      </p:sp>
      <p:sp>
        <p:nvSpPr>
          <p:cNvPr id="3" name="Dia számának helye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A48181-2C78-49CB-8C52-912A07842C2E}" type="slidenum">
              <a:rPr lang="en-US" noProof="0" smtClean="0"/>
            </a:fld>
            <a:endParaRPr lang="en-US" noProof="0" dirty="0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Robert Moni</a:t>
            </a:r>
            <a:r>
              <a:rPr lang="en-US" noProof="0"/>
              <a:t>, </a:t>
            </a:r>
            <a:r>
              <a:rPr lang="en-US" noProof="0" dirty="0"/>
              <a:t>© Continental AG</a:t>
            </a:r>
            <a:endParaRPr lang="en-US" noProof="0" dirty="0"/>
          </a:p>
        </p:txBody>
      </p:sp>
      <p:sp>
        <p:nvSpPr>
          <p:cNvPr id="235" name="TextBox 234"/>
          <p:cNvSpPr txBox="1"/>
          <p:nvPr/>
        </p:nvSpPr>
        <p:spPr>
          <a:xfrm>
            <a:off x="1530688" y="267494"/>
            <a:ext cx="707376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chemeClr val="accent1"/>
                </a:solidFill>
              </a:rPr>
              <a:t>Name: </a:t>
            </a:r>
            <a:r>
              <a:rPr lang="en-US" sz="1200" dirty="0"/>
              <a:t>Zhang Jinjing, BSc student</a:t>
            </a:r>
            <a:r>
              <a:rPr lang="hu-HU" sz="1200" dirty="0"/>
              <a:t> </a:t>
            </a:r>
            <a:endParaRPr lang="hu-HU" sz="1200" dirty="0"/>
          </a:p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chemeClr val="accent1"/>
                </a:solidFill>
              </a:rPr>
              <a:t>Project type: </a:t>
            </a:r>
            <a:r>
              <a:rPr lang="en-US" sz="1200" dirty="0"/>
              <a:t>laboratory project (</a:t>
            </a:r>
            <a:r>
              <a:rPr lang="hu-HU" sz="1200" dirty="0" err="1"/>
              <a:t>önlab</a:t>
            </a:r>
            <a:r>
              <a:rPr lang="en-US" sz="1200" dirty="0"/>
              <a:t>) </a:t>
            </a:r>
            <a:br>
              <a:rPr lang="en-US" sz="1200" dirty="0"/>
            </a:br>
            <a:r>
              <a:rPr lang="en-US" sz="1200" b="1" dirty="0">
                <a:solidFill>
                  <a:schemeClr val="accent1"/>
                </a:solidFill>
              </a:rPr>
              <a:t>Topic:</a:t>
            </a:r>
            <a:r>
              <a:rPr lang="en-US" altLang="hu-HU" sz="1200" dirty="0"/>
              <a:t> Line association using neural network</a:t>
            </a:r>
            <a:endParaRPr lang="en-US" altLang="hu-HU" sz="1200" dirty="0"/>
          </a:p>
          <a:p>
            <a:pPr>
              <a:lnSpc>
                <a:spcPct val="150000"/>
              </a:lnSpc>
            </a:pPr>
            <a:r>
              <a:rPr lang="hu-HU" sz="1200" b="1" dirty="0" err="1">
                <a:solidFill>
                  <a:schemeClr val="accent1"/>
                </a:solidFill>
              </a:rPr>
              <a:t>Supervisors</a:t>
            </a:r>
            <a:r>
              <a:rPr lang="hu-HU" sz="1200" dirty="0"/>
              <a:t>: </a:t>
            </a:r>
            <a:r>
              <a:rPr lang="en-US" altLang="hu-HU" sz="1200" dirty="0"/>
              <a:t>Mrad Mohamed Azouz, Sik David</a:t>
            </a:r>
            <a:endParaRPr lang="en-US" sz="1050" dirty="0"/>
          </a:p>
        </p:txBody>
      </p:sp>
      <p:sp>
        <p:nvSpPr>
          <p:cNvPr id="5" name="Oval 4"/>
          <p:cNvSpPr/>
          <p:nvPr/>
        </p:nvSpPr>
        <p:spPr>
          <a:xfrm>
            <a:off x="251520" y="291830"/>
            <a:ext cx="1224136" cy="1127791"/>
          </a:xfrm>
          <a:prstGeom prst="ellipse">
            <a:avLst/>
          </a:prstGeom>
          <a:noFill/>
          <a:ln w="9525">
            <a:solidFill>
              <a:schemeClr val="bg2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2">
                    <a:lumMod val="10000"/>
                  </a:schemeClr>
                </a:solidFill>
              </a:rPr>
              <a:t>{insert profile picture}</a:t>
            </a:r>
            <a:endParaRPr lang="en-US" sz="2000" dirty="0">
              <a:solidFill>
                <a:schemeClr val="bg2">
                  <a:lumMod val="10000"/>
                </a:schemeClr>
              </a:solidFill>
            </a:endParaRPr>
          </a:p>
          <a:p>
            <a:pPr algn="ctr"/>
            <a:endParaRPr lang="hu-HU" sz="1600" dirty="0" err="1">
              <a:solidFill>
                <a:schemeClr val="bg2">
                  <a:lumMod val="10000"/>
                </a:schemeClr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9590" y="339725"/>
            <a:ext cx="667385" cy="97155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D1A53-3D50-465D-BEE6-D62CB4527C46}" type="datetime3">
              <a:rPr lang="en-US" noProof="0" smtClean="0"/>
            </a:fld>
            <a:endParaRPr lang="en-US" noProof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A48181-2C78-49CB-8C52-912A07842C2E}" type="slidenum">
              <a:rPr lang="en-US" noProof="0" smtClean="0"/>
            </a:fld>
            <a:endParaRPr lang="en-US" noProof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/>
              <a:t>Author, © Continental AG</a:t>
            </a:r>
            <a:endParaRPr lang="en-US" noProof="0"/>
          </a:p>
        </p:txBody>
      </p:sp>
      <p:sp>
        <p:nvSpPr>
          <p:cNvPr id="8" name="TextBox 7"/>
          <p:cNvSpPr txBox="1"/>
          <p:nvPr/>
        </p:nvSpPr>
        <p:spPr>
          <a:xfrm>
            <a:off x="391160" y="484505"/>
            <a:ext cx="4017645" cy="32632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r>
              <a:rPr lang="en-US" altLang="zh-CN" sz="1050" b="1" dirty="0"/>
              <a:t> CULane Dataset:</a:t>
            </a:r>
            <a:endParaRPr lang="en-US" altLang="zh-CN" sz="1050" b="1" dirty="0"/>
          </a:p>
          <a:p>
            <a:endParaRPr lang="en-US" altLang="zh-CN" sz="1050" b="1" dirty="0"/>
          </a:p>
          <a:p>
            <a:r>
              <a:rPr lang="en-US" altLang="zh-CN" sz="1050" b="1" dirty="0"/>
              <a:t> Real-world driving video frames for lane detection,which include 133,000 frames </a:t>
            </a:r>
            <a:endParaRPr lang="en-US" altLang="zh-CN" sz="1050" b="1" dirty="0"/>
          </a:p>
          <a:p>
            <a:endParaRPr lang="en-US" sz="1050" b="1" dirty="0"/>
          </a:p>
          <a:p>
            <a:r>
              <a:rPr lang="en-US" altLang="zh-CN" sz="1050" b="1" dirty="0"/>
              <a:t>Each image is annotated with a corresponding .lines.txt file, where each line contains a sequence of (x, y) points representing a lane line.</a:t>
            </a:r>
            <a:endParaRPr lang="en-US" altLang="zh-CN" sz="1050" b="1" dirty="0"/>
          </a:p>
          <a:p>
            <a:endParaRPr lang="en-US" altLang="zh-CN" sz="1050" b="1" dirty="0"/>
          </a:p>
          <a:p>
            <a:r>
              <a:rPr lang="en-US" altLang="zh-CN" sz="1050" b="1" dirty="0">
                <a:sym typeface="+mn-ea"/>
              </a:rPr>
              <a:t>70% of CUlane data used for  training </a:t>
            </a:r>
            <a:endParaRPr lang="en-US" altLang="zh-CN" sz="1050" b="1" dirty="0"/>
          </a:p>
          <a:p>
            <a:endParaRPr lang="en-US" altLang="zh-CN" sz="1050" b="1" dirty="0"/>
          </a:p>
          <a:p>
            <a:r>
              <a:rPr lang="en-US" altLang="zh-CN" sz="1050" b="1" dirty="0">
                <a:sym typeface="+mn-ea"/>
              </a:rPr>
              <a:t>15%  of CUlane data used for validation </a:t>
            </a:r>
            <a:endParaRPr lang="en-US" altLang="zh-CN" sz="1050" b="1" dirty="0"/>
          </a:p>
          <a:p>
            <a:endParaRPr lang="en-US" altLang="zh-CN" sz="1050" b="1" dirty="0"/>
          </a:p>
          <a:p>
            <a:r>
              <a:rPr lang="en-US" altLang="zh-CN" sz="1050" b="1" dirty="0">
                <a:sym typeface="+mn-ea"/>
              </a:rPr>
              <a:t>15%  of CUlane data used for testing</a:t>
            </a:r>
            <a:endParaRPr lang="en-US" altLang="zh-CN" sz="1050" b="1" dirty="0"/>
          </a:p>
          <a:p>
            <a:endParaRPr lang="en-US" altLang="zh-CN" sz="1050" b="1" dirty="0"/>
          </a:p>
          <a:p>
            <a:endParaRPr lang="en-US" altLang="zh-CN" sz="1050" b="1" dirty="0"/>
          </a:p>
          <a:p>
            <a:pPr algn="l">
              <a:buClrTx/>
              <a:buSzTx/>
              <a:buNone/>
            </a:pPr>
            <a:endParaRPr lang="en-US" altLang="zh-CN" sz="1050" b="1" dirty="0"/>
          </a:p>
          <a:p>
            <a:endParaRPr lang="en-US" altLang="zh-CN" sz="1050" b="1" dirty="0"/>
          </a:p>
          <a:p>
            <a:endParaRPr lang="en-US" altLang="zh-CN" sz="1050" b="1" dirty="0"/>
          </a:p>
          <a:p>
            <a:endParaRPr lang="en-US" altLang="zh-CN" sz="1050" b="1" dirty="0"/>
          </a:p>
          <a:p>
            <a:endParaRPr lang="en-US" sz="1050" b="1" dirty="0"/>
          </a:p>
          <a:p>
            <a:endParaRPr lang="en-US" sz="1050" b="1" dirty="0"/>
          </a:p>
          <a:p>
            <a:endParaRPr lang="en-US" sz="1050" b="1" dirty="0"/>
          </a:p>
          <a:p>
            <a:endParaRPr lang="en-US" sz="1050" b="1" dirty="0"/>
          </a:p>
          <a:p>
            <a:endParaRPr lang="en-US" sz="1050" b="1" dirty="0"/>
          </a:p>
          <a:p>
            <a:endParaRPr lang="en-US" sz="1050" b="1" dirty="0"/>
          </a:p>
          <a:p>
            <a:endParaRPr lang="en-US" sz="1050" b="1" dirty="0"/>
          </a:p>
          <a:p>
            <a:endParaRPr lang="en-US" sz="1050" b="1" dirty="0"/>
          </a:p>
          <a:p>
            <a:pPr>
              <a:buClr>
                <a:schemeClr val="accent1"/>
              </a:buClr>
            </a:pPr>
            <a:br>
              <a:rPr lang="en-US" sz="1050" dirty="0"/>
            </a:br>
            <a:br>
              <a:rPr lang="en-US" sz="1050" dirty="0"/>
            </a:br>
            <a:br>
              <a:rPr lang="en-US" sz="1050" dirty="0"/>
            </a:br>
            <a:br>
              <a:rPr lang="en-US" sz="1050" dirty="0"/>
            </a:br>
            <a:br>
              <a:rPr lang="en-US" sz="1050" dirty="0"/>
            </a:br>
            <a:br>
              <a:rPr lang="en-US" sz="1050" dirty="0"/>
            </a:br>
            <a:endParaRPr lang="en-US" sz="1050" dirty="0"/>
          </a:p>
        </p:txBody>
      </p:sp>
      <p:sp>
        <p:nvSpPr>
          <p:cNvPr id="9" name="Rectangle 8"/>
          <p:cNvSpPr/>
          <p:nvPr/>
        </p:nvSpPr>
        <p:spPr>
          <a:xfrm>
            <a:off x="4731385" y="182245"/>
            <a:ext cx="4017645" cy="40398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2">
                    <a:lumMod val="10000"/>
                  </a:schemeClr>
                </a:solidFill>
              </a:rPr>
              <a:t>{insert picture/gif related to experiments}</a:t>
            </a:r>
            <a:endParaRPr lang="en-US" sz="1600" dirty="0">
              <a:solidFill>
                <a:schemeClr val="bg2">
                  <a:lumMod val="10000"/>
                </a:schemeClr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8145" y="3003550"/>
            <a:ext cx="4032885" cy="129730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757555"/>
            <a:ext cx="4037965" cy="312991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D1A53-3D50-465D-BEE6-D62CB4527C46}" type="datetime3">
              <a:rPr lang="en-US" noProof="0" smtClean="0"/>
            </a:fld>
            <a:endParaRPr lang="en-US" noProof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A48181-2C78-49CB-8C52-912A07842C2E}" type="slidenum">
              <a:rPr lang="en-US" noProof="0" smtClean="0"/>
            </a:fld>
            <a:endParaRPr lang="en-US" noProof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/>
              <a:t>Author, © Continental AG</a:t>
            </a:r>
            <a:endParaRPr lang="en-US" noProof="0"/>
          </a:p>
        </p:txBody>
      </p:sp>
      <p:sp>
        <p:nvSpPr>
          <p:cNvPr id="8" name="TextBox 7"/>
          <p:cNvSpPr txBox="1"/>
          <p:nvPr/>
        </p:nvSpPr>
        <p:spPr>
          <a:xfrm>
            <a:off x="388620" y="120015"/>
            <a:ext cx="4182745" cy="271399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algn="l">
              <a:buClrTx/>
              <a:buSzTx/>
              <a:buNone/>
            </a:pPr>
            <a:r>
              <a:rPr lang="en-US" altLang="zh-CN" sz="1050" b="1" dirty="0"/>
              <a:t>Usage Pipeline: From Annotations to Matching Dataset</a:t>
            </a:r>
            <a:endParaRPr lang="en-US" altLang="zh-CN" sz="1050" b="1" dirty="0"/>
          </a:p>
          <a:p>
            <a:pPr algn="l">
              <a:buClrTx/>
              <a:buSzTx/>
              <a:buNone/>
            </a:pPr>
            <a:endParaRPr lang="en-US" altLang="zh-CN" sz="1050" b="1" dirty="0"/>
          </a:p>
          <a:p>
            <a:pPr algn="l">
              <a:buClrTx/>
              <a:buSzTx/>
              <a:buNone/>
            </a:pPr>
            <a:r>
              <a:rPr lang="en-US" altLang="zh-CN" sz="1050" b="1" dirty="0"/>
              <a:t>1. Used CULane `.lines.txt` files to extract the start and end points of each lane line.</a:t>
            </a:r>
            <a:endParaRPr lang="en-US" altLang="zh-CN" sz="1050" b="1" dirty="0"/>
          </a:p>
          <a:p>
            <a:pPr algn="l">
              <a:buClrTx/>
              <a:buSzTx/>
              <a:buNone/>
            </a:pPr>
            <a:endParaRPr lang="en-US" altLang="zh-CN" sz="1050" b="1" dirty="0"/>
          </a:p>
          <a:p>
            <a:pPr algn="l">
              <a:buClrTx/>
              <a:buSzTx/>
              <a:buNone/>
            </a:pPr>
            <a:r>
              <a:rPr lang="en-US" altLang="zh-CN" sz="1050" b="1" dirty="0"/>
              <a:t>2. Compared lane lines across consecutive frames to form line pairs.</a:t>
            </a:r>
            <a:endParaRPr lang="en-US" altLang="zh-CN" sz="1050" b="1" dirty="0"/>
          </a:p>
          <a:p>
            <a:pPr algn="l">
              <a:buClrTx/>
              <a:buSzTx/>
              <a:buNone/>
            </a:pPr>
            <a:endParaRPr lang="en-US" altLang="zh-CN" sz="1050" b="1" dirty="0"/>
          </a:p>
          <a:p>
            <a:pPr algn="l">
              <a:buClrTx/>
              <a:buSzTx/>
              <a:buNone/>
            </a:pPr>
            <a:r>
              <a:rPr lang="en-US" altLang="zh-CN" sz="1050" b="1" dirty="0"/>
              <a:t>3. For each line pair, computed 7 geometric features (e.g., direction similarity, distance, and length difference).</a:t>
            </a:r>
            <a:endParaRPr lang="en-US" altLang="zh-CN" sz="1050" b="1" dirty="0"/>
          </a:p>
          <a:p>
            <a:pPr algn="l">
              <a:buClrTx/>
              <a:buSzTx/>
              <a:buNone/>
            </a:pPr>
            <a:endParaRPr lang="en-US" altLang="zh-CN" sz="1050" b="1" dirty="0"/>
          </a:p>
          <a:p>
            <a:pPr algn="l">
              <a:buClrTx/>
              <a:buSzTx/>
              <a:buNone/>
            </a:pPr>
            <a:r>
              <a:rPr lang="en-US" altLang="zh-CN" sz="1050" b="1" dirty="0"/>
              <a:t>4. Labeled line pairs as either matched (1) or unmatched (0)</a:t>
            </a:r>
            <a:endParaRPr lang="en-US" altLang="zh-CN" sz="1050" b="1" dirty="0"/>
          </a:p>
          <a:p>
            <a:pPr algn="l">
              <a:buClrTx/>
              <a:buSzTx/>
              <a:buNone/>
            </a:pPr>
            <a:endParaRPr lang="en-US" altLang="zh-CN" sz="1050" b="1" dirty="0"/>
          </a:p>
          <a:p>
            <a:pPr algn="l">
              <a:buClrTx/>
              <a:buSzTx/>
              <a:buNone/>
            </a:pPr>
            <a:r>
              <a:rPr lang="en-US" altLang="zh-CN" sz="1050" b="1" dirty="0"/>
              <a:t>5. Generated custom train, validation, and test datasets (features + labels) for training, evaluating, and visualizing the neural association model.</a:t>
            </a:r>
            <a:endParaRPr lang="en-US" altLang="zh-CN" sz="1050" b="1" dirty="0"/>
          </a:p>
          <a:p>
            <a:pPr algn="l">
              <a:buClrTx/>
              <a:buSzTx/>
              <a:buNone/>
            </a:pPr>
            <a:endParaRPr lang="en-US" altLang="zh-CN" sz="1050" b="1" dirty="0"/>
          </a:p>
        </p:txBody>
      </p:sp>
      <p:sp>
        <p:nvSpPr>
          <p:cNvPr id="18" name="TextBox 7"/>
          <p:cNvSpPr txBox="1"/>
          <p:nvPr/>
        </p:nvSpPr>
        <p:spPr>
          <a:xfrm>
            <a:off x="4571365" y="43180"/>
            <a:ext cx="4298315" cy="42030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p>
            <a:r>
              <a:rPr lang="en-US" altLang="zh-CN" sz="1050" dirty="0"/>
              <a:t>def extract_features(previous_line, current_line):</a:t>
            </a:r>
            <a:endParaRPr lang="en-US" altLang="zh-CN" sz="1050" dirty="0"/>
          </a:p>
          <a:p>
            <a:endParaRPr lang="en-US" altLang="zh-CN" sz="1050" dirty="0"/>
          </a:p>
          <a:p>
            <a:r>
              <a:rPr lang="en-US" altLang="zh-CN" sz="1050" dirty="0"/>
              <a:t>    x1_1, y1_1, x2_1, y2_1 = map(float, previous_line)</a:t>
            </a:r>
            <a:endParaRPr lang="en-US" altLang="zh-CN" sz="1050" dirty="0"/>
          </a:p>
          <a:p>
            <a:r>
              <a:rPr lang="en-US" altLang="zh-CN" sz="1050" dirty="0"/>
              <a:t>    x1_2, y1_2, x2_2, y2_2 = map(float, current_line)</a:t>
            </a:r>
            <a:endParaRPr lang="en-US" altLang="zh-CN" sz="1050" dirty="0"/>
          </a:p>
          <a:p>
            <a:r>
              <a:rPr lang="en-US" altLang="zh-CN" sz="1050" dirty="0"/>
              <a:t>    </a:t>
            </a:r>
            <a:endParaRPr lang="en-US" altLang="zh-CN" sz="1050" dirty="0"/>
          </a:p>
          <a:p>
            <a:r>
              <a:rPr lang="en-US" altLang="zh-CN" sz="1050" dirty="0"/>
              <a:t>    v1 = np.array([x2_1 - x1_1, y2_1 - y1_1])</a:t>
            </a:r>
            <a:endParaRPr lang="en-US" altLang="zh-CN" sz="1050" dirty="0"/>
          </a:p>
          <a:p>
            <a:r>
              <a:rPr lang="en-US" altLang="zh-CN" sz="1050" dirty="0"/>
              <a:t>    v2 = np.array([x2_2 - x1_2, y2_2 - y1_2])</a:t>
            </a:r>
            <a:endParaRPr lang="en-US" altLang="zh-CN" sz="1050" dirty="0"/>
          </a:p>
          <a:p>
            <a:r>
              <a:rPr lang="en-US" altLang="zh-CN" sz="1050" dirty="0"/>
              <a:t>    </a:t>
            </a:r>
            <a:endParaRPr lang="en-US" altLang="zh-CN" sz="1050" dirty="0"/>
          </a:p>
          <a:p>
            <a:r>
              <a:rPr lang="en-US" altLang="zh-CN" sz="1050" dirty="0"/>
              <a:t>    cos_sim = np.dot(v1, v2) / (np.linalg.norm(v1) * np.linalg.norm(v2) + 1e-6)</a:t>
            </a:r>
            <a:endParaRPr lang="en-US" altLang="zh-CN" sz="1050" dirty="0"/>
          </a:p>
          <a:p>
            <a:endParaRPr lang="en-US" altLang="zh-CN" sz="1050" dirty="0"/>
          </a:p>
          <a:p>
            <a:r>
              <a:rPr lang="en-US" altLang="zh-CN" sz="1050" dirty="0"/>
              <a:t>    c1 = np.array([(x1_1 + x2_1) / 2, (y1_1 + y2_1) / 2])</a:t>
            </a:r>
            <a:endParaRPr lang="en-US" altLang="zh-CN" sz="1050" dirty="0"/>
          </a:p>
          <a:p>
            <a:r>
              <a:rPr lang="en-US" altLang="zh-CN" sz="1050" dirty="0"/>
              <a:t>    c2 = np.array([(x1_2 + x2_2) / 2, (y1_2 + y2_2) / 2])</a:t>
            </a:r>
            <a:endParaRPr lang="en-US" altLang="zh-CN" sz="1050" dirty="0"/>
          </a:p>
          <a:p>
            <a:r>
              <a:rPr lang="en-US" altLang="zh-CN" sz="1050" dirty="0"/>
              <a:t>    center_dist = np.linalg.norm(c1 - c2)</a:t>
            </a:r>
            <a:endParaRPr lang="en-US" altLang="zh-CN" sz="1050" dirty="0"/>
          </a:p>
          <a:p>
            <a:endParaRPr lang="en-US" altLang="zh-CN" sz="1050" dirty="0"/>
          </a:p>
          <a:p>
            <a:r>
              <a:rPr lang="en-US" altLang="zh-CN" sz="1050" dirty="0"/>
              <a:t>    len1 = np.linalg.norm(v1)</a:t>
            </a:r>
            <a:endParaRPr lang="en-US" altLang="zh-CN" sz="1050" dirty="0"/>
          </a:p>
          <a:p>
            <a:r>
              <a:rPr lang="en-US" altLang="zh-CN" sz="1050" dirty="0"/>
              <a:t>    len2 = np.linalg.norm(v2)</a:t>
            </a:r>
            <a:endParaRPr lang="en-US" altLang="zh-CN" sz="1050" dirty="0"/>
          </a:p>
          <a:p>
            <a:r>
              <a:rPr lang="en-US" altLang="zh-CN" sz="1050" dirty="0"/>
              <a:t>    length_diff = abs(len1 - len2)</a:t>
            </a:r>
            <a:endParaRPr lang="en-US" altLang="zh-CN" sz="1050" dirty="0"/>
          </a:p>
          <a:p>
            <a:endParaRPr lang="en-US" altLang="zh-CN" sz="1050" dirty="0"/>
          </a:p>
          <a:p>
            <a:r>
              <a:rPr lang="en-US" altLang="zh-CN" sz="1050" dirty="0"/>
              <a:t>    delta_x1 = x1_2 - x1_1</a:t>
            </a:r>
            <a:endParaRPr lang="en-US" altLang="zh-CN" sz="1050" dirty="0"/>
          </a:p>
          <a:p>
            <a:r>
              <a:rPr lang="en-US" altLang="zh-CN" sz="1050" dirty="0"/>
              <a:t>    delta_y1 = y1_2 - y1_1</a:t>
            </a:r>
            <a:endParaRPr lang="en-US" altLang="zh-CN" sz="1050" dirty="0"/>
          </a:p>
          <a:p>
            <a:r>
              <a:rPr lang="en-US" altLang="zh-CN" sz="1050" dirty="0"/>
              <a:t>    delta_x2 = x2_2 - x2_1</a:t>
            </a:r>
            <a:endParaRPr lang="en-US" altLang="zh-CN" sz="1050" dirty="0"/>
          </a:p>
          <a:p>
            <a:r>
              <a:rPr lang="en-US" altLang="zh-CN" sz="1050" dirty="0"/>
              <a:t>    delta_y2 = y2_2 - y2_1</a:t>
            </a:r>
            <a:endParaRPr lang="en-US" altLang="zh-CN" sz="1050" dirty="0"/>
          </a:p>
          <a:p>
            <a:endParaRPr lang="en-US" altLang="zh-CN" sz="1050" dirty="0"/>
          </a:p>
          <a:p>
            <a:r>
              <a:rPr lang="en-US" altLang="zh-CN" sz="1050" dirty="0"/>
              <a:t>    return [cos_sim, center_dist, length_diff, delta_x1, delta_y1, delta_x2, delta_y2]</a:t>
            </a:r>
            <a:endParaRPr lang="en-US" sz="1050" dirty="0"/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" y="2931795"/>
            <a:ext cx="4053205" cy="125031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D1A53-3D50-465D-BEE6-D62CB4527C46}" type="datetime3">
              <a:rPr lang="en-US" noProof="0" smtClean="0"/>
            </a:fld>
            <a:endParaRPr lang="en-US" noProof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A48181-2C78-49CB-8C52-912A07842C2E}" type="slidenum">
              <a:rPr lang="en-US" noProof="0" smtClean="0"/>
            </a:fld>
            <a:endParaRPr lang="en-US" noProof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/>
              <a:t>Author, © Continental AG</a:t>
            </a:r>
            <a:endParaRPr lang="en-US" noProof="0"/>
          </a:p>
        </p:txBody>
      </p:sp>
      <p:sp>
        <p:nvSpPr>
          <p:cNvPr id="8" name="TextBox 7"/>
          <p:cNvSpPr txBox="1"/>
          <p:nvPr/>
        </p:nvSpPr>
        <p:spPr>
          <a:xfrm>
            <a:off x="395605" y="699770"/>
            <a:ext cx="4017645" cy="341820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r>
              <a:rPr lang="en-US" sz="1050" b="1" dirty="0"/>
              <a:t>Line association neural network model:</a:t>
            </a:r>
            <a:endParaRPr lang="en-US" sz="1050" b="1" dirty="0"/>
          </a:p>
          <a:p>
            <a:endParaRPr lang="en-US" sz="1050" b="1" dirty="0"/>
          </a:p>
          <a:p>
            <a:endParaRPr lang="en-US" altLang="zh-CN" sz="1050" b="1" dirty="0"/>
          </a:p>
          <a:p>
            <a:r>
              <a:rPr lang="en-US" altLang="zh-CN" sz="1050" b="1" dirty="0"/>
              <a:t>class LineAssociationModel(nn.Module):</a:t>
            </a:r>
            <a:endParaRPr lang="en-US" altLang="zh-CN" sz="1050" b="1" dirty="0"/>
          </a:p>
          <a:p>
            <a:r>
              <a:rPr lang="en-US" altLang="zh-CN" sz="1050" b="1" dirty="0"/>
              <a:t>def __init__(self, input_dim=7, hidden_dim=64):</a:t>
            </a:r>
            <a:endParaRPr lang="en-US" altLang="zh-CN" sz="1050" b="1" dirty="0"/>
          </a:p>
          <a:p>
            <a:endParaRPr lang="en-US" altLang="zh-CN" sz="1050" b="1" dirty="0"/>
          </a:p>
          <a:p>
            <a:r>
              <a:rPr lang="en-US" altLang="zh-CN" sz="1050" b="1" dirty="0"/>
              <a:t>        super(LineAssociationModel, self).__init__()</a:t>
            </a:r>
            <a:endParaRPr lang="en-US" altLang="zh-CN" sz="1050" b="1" dirty="0"/>
          </a:p>
          <a:p>
            <a:endParaRPr lang="en-US" altLang="zh-CN" sz="1050" b="1" dirty="0"/>
          </a:p>
          <a:p>
            <a:r>
              <a:rPr lang="en-US" altLang="zh-CN" sz="1050" b="1" dirty="0"/>
              <a:t>        self.model = nn.Sequential(</a:t>
            </a:r>
            <a:endParaRPr lang="en-US" altLang="zh-CN" sz="1050" b="1" dirty="0"/>
          </a:p>
          <a:p>
            <a:r>
              <a:rPr lang="en-US" altLang="zh-CN" sz="1050" b="1" dirty="0"/>
              <a:t>            nn.Linear(input_dim, hidden_dim),</a:t>
            </a:r>
            <a:endParaRPr lang="en-US" altLang="zh-CN" sz="1050" b="1" dirty="0"/>
          </a:p>
          <a:p>
            <a:r>
              <a:rPr lang="en-US" altLang="zh-CN" sz="1050" b="1" dirty="0"/>
              <a:t>            nn.ReLU(),</a:t>
            </a:r>
            <a:endParaRPr lang="en-US" altLang="zh-CN" sz="1050" b="1" dirty="0"/>
          </a:p>
          <a:p>
            <a:r>
              <a:rPr lang="en-US" altLang="zh-CN" sz="1050" b="1" dirty="0"/>
              <a:t>            nn.Linear(hidden_dim, hidden_dim),</a:t>
            </a:r>
            <a:endParaRPr lang="en-US" altLang="zh-CN" sz="1050" b="1" dirty="0"/>
          </a:p>
          <a:p>
            <a:r>
              <a:rPr lang="en-US" altLang="zh-CN" sz="1050" b="1" dirty="0"/>
              <a:t>            nn.ReLU(),</a:t>
            </a:r>
            <a:endParaRPr lang="en-US" altLang="zh-CN" sz="1050" b="1" dirty="0"/>
          </a:p>
          <a:p>
            <a:r>
              <a:rPr lang="en-US" altLang="zh-CN" sz="1050" b="1" dirty="0"/>
              <a:t>            nn.Linear(hidden_dim, 1),          </a:t>
            </a:r>
            <a:endParaRPr lang="en-US" altLang="zh-CN" sz="1050" b="1" dirty="0"/>
          </a:p>
          <a:p>
            <a:r>
              <a:rPr lang="en-US" altLang="zh-CN" sz="1050" b="1" dirty="0"/>
              <a:t>            nn.Sigmoid()                       </a:t>
            </a:r>
            <a:endParaRPr lang="en-US" altLang="zh-CN" sz="1050" b="1" dirty="0"/>
          </a:p>
          <a:p>
            <a:r>
              <a:rPr lang="en-US" altLang="zh-CN" sz="1050" b="1" dirty="0"/>
              <a:t>        )</a:t>
            </a:r>
            <a:endParaRPr lang="en-US" altLang="zh-CN" sz="1050" b="1" dirty="0"/>
          </a:p>
          <a:p>
            <a:endParaRPr lang="en-US" altLang="zh-CN" sz="1050" b="1" dirty="0"/>
          </a:p>
          <a:p>
            <a:r>
              <a:rPr lang="en-US" altLang="zh-CN" sz="1050" b="1" dirty="0"/>
              <a:t>    def forward(self, x):</a:t>
            </a:r>
            <a:endParaRPr lang="en-US" altLang="zh-CN" sz="1050" b="1" dirty="0"/>
          </a:p>
          <a:p>
            <a:r>
              <a:rPr lang="en-US" altLang="zh-CN" sz="1050" b="1" dirty="0"/>
              <a:t>        return self.model(x).squeeze(1)</a:t>
            </a:r>
            <a:endParaRPr lang="en-US" altLang="zh-CN" sz="1050" b="1" dirty="0"/>
          </a:p>
          <a:p>
            <a:endParaRPr lang="en-US" sz="1050" b="1" dirty="0"/>
          </a:p>
          <a:p>
            <a:endParaRPr lang="en-US" sz="1050" b="1" dirty="0"/>
          </a:p>
          <a:p>
            <a:endParaRPr lang="en-US" sz="1050" b="1" dirty="0"/>
          </a:p>
          <a:p>
            <a:endParaRPr lang="en-US" sz="1050" b="1" dirty="0"/>
          </a:p>
          <a:p>
            <a:endParaRPr lang="en-US" sz="1050" b="1" dirty="0"/>
          </a:p>
          <a:p>
            <a:endParaRPr lang="en-US" sz="1050" b="1" dirty="0"/>
          </a:p>
          <a:p>
            <a:endParaRPr lang="en-US" sz="1050" b="1" dirty="0"/>
          </a:p>
          <a:p>
            <a:endParaRPr lang="en-US" sz="1050" b="1" dirty="0"/>
          </a:p>
          <a:p>
            <a:endParaRPr lang="en-US" sz="1050" b="1" dirty="0"/>
          </a:p>
          <a:p>
            <a:pPr>
              <a:buClr>
                <a:schemeClr val="accent1"/>
              </a:buClr>
            </a:pPr>
            <a:br>
              <a:rPr lang="en-US" sz="1050" dirty="0"/>
            </a:br>
            <a:br>
              <a:rPr lang="en-US" sz="1050" dirty="0"/>
            </a:br>
            <a:br>
              <a:rPr lang="en-US" sz="1050" dirty="0"/>
            </a:br>
            <a:br>
              <a:rPr lang="en-US" sz="1050" dirty="0"/>
            </a:br>
            <a:br>
              <a:rPr lang="en-US" sz="1050" dirty="0"/>
            </a:br>
            <a:br>
              <a:rPr lang="en-US" sz="1050" dirty="0"/>
            </a:br>
            <a:endParaRPr lang="en-US" sz="1050" dirty="0"/>
          </a:p>
        </p:txBody>
      </p:sp>
      <p:sp>
        <p:nvSpPr>
          <p:cNvPr id="9" name="Rectangle 8"/>
          <p:cNvSpPr/>
          <p:nvPr/>
        </p:nvSpPr>
        <p:spPr>
          <a:xfrm>
            <a:off x="4731112" y="1059582"/>
            <a:ext cx="4017602" cy="31624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2">
                    <a:lumMod val="10000"/>
                  </a:schemeClr>
                </a:solidFill>
              </a:rPr>
              <a:t>{insert picture/gif related to experiments}</a:t>
            </a:r>
            <a:endParaRPr lang="en-US" sz="1600" dirty="0">
              <a:solidFill>
                <a:schemeClr val="bg2">
                  <a:lumMod val="10000"/>
                </a:schemeClr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6145" y="771525"/>
            <a:ext cx="3966845" cy="298386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D1A53-3D50-465D-BEE6-D62CB4527C46}" type="datetime3">
              <a:rPr lang="en-US" noProof="0" smtClean="0"/>
            </a:fld>
            <a:endParaRPr lang="en-US" noProof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A48181-2C78-49CB-8C52-912A07842C2E}" type="slidenum">
              <a:rPr lang="en-US" noProof="0" smtClean="0"/>
            </a:fld>
            <a:endParaRPr lang="en-US" noProof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/>
              <a:t>Author, © Continental AG</a:t>
            </a:r>
            <a:endParaRPr lang="en-US" noProof="0"/>
          </a:p>
        </p:txBody>
      </p:sp>
      <p:sp>
        <p:nvSpPr>
          <p:cNvPr id="8" name="TextBox 7"/>
          <p:cNvSpPr txBox="1"/>
          <p:nvPr/>
        </p:nvSpPr>
        <p:spPr>
          <a:xfrm>
            <a:off x="4731385" y="123825"/>
            <a:ext cx="4017645" cy="41649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r>
              <a:rPr lang="en-US" altLang="zh-CN" sz="900" b="1" dirty="0"/>
              <a:t>association_model = LineAssociationModel().to(device)</a:t>
            </a:r>
            <a:endParaRPr lang="en-US" altLang="zh-CN" sz="900" b="1" dirty="0"/>
          </a:p>
          <a:p>
            <a:r>
              <a:rPr lang="en-US" altLang="zh-CN" sz="900" b="1" dirty="0"/>
              <a:t>criterion = nn.BCELoss()</a:t>
            </a:r>
            <a:endParaRPr lang="en-US" altLang="zh-CN" sz="900" b="1" dirty="0"/>
          </a:p>
          <a:p>
            <a:r>
              <a:rPr lang="en-US" altLang="zh-CN" sz="900" b="1" dirty="0"/>
              <a:t>optimizer = torch.optim.Adam(association_model.parameters(), lr=1e-3)</a:t>
            </a:r>
            <a:endParaRPr lang="en-US" altLang="zh-CN" sz="900" b="1" dirty="0"/>
          </a:p>
          <a:p>
            <a:endParaRPr lang="en-US" altLang="zh-CN" sz="900" b="1" dirty="0"/>
          </a:p>
          <a:p>
            <a:r>
              <a:rPr lang="en-US" altLang="zh-CN" sz="900" b="1" dirty="0"/>
              <a:t>best_val_loss = float('inf')</a:t>
            </a:r>
            <a:endParaRPr lang="en-US" altLang="zh-CN" sz="900" b="1" dirty="0"/>
          </a:p>
          <a:p>
            <a:r>
              <a:rPr lang="en-US" altLang="zh-CN" sz="900" b="1" dirty="0"/>
              <a:t>no_improve_epochs = 0</a:t>
            </a:r>
            <a:endParaRPr lang="en-US" altLang="zh-CN" sz="900" b="1" dirty="0"/>
          </a:p>
          <a:p>
            <a:endParaRPr lang="en-US" altLang="zh-CN" sz="900" b="1" dirty="0"/>
          </a:p>
          <a:p>
            <a:r>
              <a:rPr lang="en-US" altLang="zh-CN" sz="900" b="1" dirty="0"/>
              <a:t>for epoch in range(num_epochs):</a:t>
            </a:r>
            <a:endParaRPr lang="en-US" altLang="zh-CN" sz="900" b="1" dirty="0"/>
          </a:p>
          <a:p>
            <a:r>
              <a:rPr lang="en-US" altLang="zh-CN" sz="900" b="1" dirty="0"/>
              <a:t>    association_model.train()</a:t>
            </a:r>
            <a:endParaRPr lang="en-US" altLang="zh-CN" sz="900" b="1" dirty="0"/>
          </a:p>
          <a:p>
            <a:r>
              <a:rPr lang="en-US" altLang="zh-CN" sz="900" b="1" dirty="0"/>
              <a:t>    for features, labels in association_train_loader:</a:t>
            </a:r>
            <a:endParaRPr lang="en-US" altLang="zh-CN" sz="900" b="1" dirty="0"/>
          </a:p>
          <a:p>
            <a:r>
              <a:rPr lang="en-US" altLang="zh-CN" sz="900" b="1" dirty="0"/>
              <a:t>        features, labels = features.to(device), labels.to(device)</a:t>
            </a:r>
            <a:endParaRPr lang="en-US" altLang="zh-CN" sz="900" b="1" dirty="0"/>
          </a:p>
          <a:p>
            <a:r>
              <a:rPr lang="en-US" altLang="zh-CN" sz="900" b="1" dirty="0"/>
              <a:t>        optimizer.zero_grad()</a:t>
            </a:r>
            <a:endParaRPr lang="en-US" altLang="zh-CN" sz="900" b="1" dirty="0"/>
          </a:p>
          <a:p>
            <a:r>
              <a:rPr lang="en-US" altLang="zh-CN" sz="900" b="1" dirty="0"/>
              <a:t>        outputs = association_model(features)</a:t>
            </a:r>
            <a:endParaRPr lang="en-US" altLang="zh-CN" sz="900" b="1" dirty="0"/>
          </a:p>
          <a:p>
            <a:r>
              <a:rPr lang="en-US" altLang="zh-CN" sz="900" b="1" dirty="0"/>
              <a:t>        loss = criterion(outputs, labels)</a:t>
            </a:r>
            <a:endParaRPr lang="en-US" altLang="zh-CN" sz="900" b="1" dirty="0"/>
          </a:p>
          <a:p>
            <a:r>
              <a:rPr lang="en-US" altLang="zh-CN" sz="900" b="1" dirty="0"/>
              <a:t>        loss.backward()</a:t>
            </a:r>
            <a:endParaRPr lang="en-US" altLang="zh-CN" sz="900" b="1" dirty="0"/>
          </a:p>
          <a:p>
            <a:r>
              <a:rPr lang="en-US" altLang="zh-CN" sz="900" b="1" dirty="0"/>
              <a:t>        optimizer.step()</a:t>
            </a:r>
            <a:endParaRPr lang="en-US" altLang="zh-CN" sz="900" b="1" dirty="0"/>
          </a:p>
          <a:p>
            <a:endParaRPr lang="en-US" altLang="zh-CN" sz="900" b="1" dirty="0"/>
          </a:p>
          <a:p>
            <a:r>
              <a:rPr lang="en-US" altLang="zh-CN" sz="900" b="1" dirty="0"/>
              <a:t>    val_loss, val_acc = validate_model(association_model, val_loader, criterion)</a:t>
            </a:r>
            <a:endParaRPr lang="en-US" altLang="zh-CN" sz="900" b="1" dirty="0"/>
          </a:p>
          <a:p>
            <a:r>
              <a:rPr lang="en-US" altLang="zh-CN" sz="900" b="1" dirty="0"/>
              <a:t>    </a:t>
            </a:r>
            <a:endParaRPr lang="en-US" altLang="zh-CN" sz="900" b="1" dirty="0"/>
          </a:p>
          <a:p>
            <a:r>
              <a:rPr lang="en-US" altLang="zh-CN" sz="900" b="1" dirty="0"/>
              <a:t>    if val_loss &lt; best_val_loss:</a:t>
            </a:r>
            <a:endParaRPr lang="en-US" altLang="zh-CN" sz="900" b="1" dirty="0"/>
          </a:p>
          <a:p>
            <a:r>
              <a:rPr lang="en-US" altLang="zh-CN" sz="900" b="1" dirty="0"/>
              <a:t>        best_val_loss = val_loss</a:t>
            </a:r>
            <a:endParaRPr lang="en-US" altLang="zh-CN" sz="900" b="1" dirty="0"/>
          </a:p>
          <a:p>
            <a:r>
              <a:rPr lang="en-US" altLang="zh-CN" sz="900" b="1" dirty="0"/>
              <a:t>        best_model_wts = copy.deepcopy(association_model.state_dict())</a:t>
            </a:r>
            <a:endParaRPr lang="en-US" altLang="zh-CN" sz="900" b="1" dirty="0"/>
          </a:p>
          <a:p>
            <a:r>
              <a:rPr lang="en-US" altLang="zh-CN" sz="900" b="1" dirty="0"/>
              <a:t>        no_improve_epochs = 0</a:t>
            </a:r>
            <a:endParaRPr lang="en-US" altLang="zh-CN" sz="900" b="1" dirty="0"/>
          </a:p>
          <a:p>
            <a:r>
              <a:rPr lang="en-US" altLang="zh-CN" sz="900" b="1" dirty="0"/>
              <a:t>    else:</a:t>
            </a:r>
            <a:endParaRPr lang="en-US" altLang="zh-CN" sz="900" b="1" dirty="0"/>
          </a:p>
          <a:p>
            <a:r>
              <a:rPr lang="en-US" altLang="zh-CN" sz="900" b="1" dirty="0"/>
              <a:t>        no_improve_epochs += 1</a:t>
            </a:r>
            <a:endParaRPr lang="en-US" altLang="zh-CN" sz="900" b="1" dirty="0"/>
          </a:p>
          <a:p>
            <a:r>
              <a:rPr lang="en-US" altLang="zh-CN" sz="900" b="1" dirty="0"/>
              <a:t>        if no_improve_epochs &gt;= patience:</a:t>
            </a:r>
            <a:endParaRPr lang="en-US" altLang="zh-CN" sz="900" b="1" dirty="0"/>
          </a:p>
          <a:p>
            <a:r>
              <a:rPr lang="en-US" altLang="zh-CN" sz="900" b="1" dirty="0"/>
              <a:t>            print("Early stopping")</a:t>
            </a:r>
            <a:endParaRPr lang="en-US" altLang="zh-CN" sz="900" b="1" dirty="0"/>
          </a:p>
          <a:p>
            <a:r>
              <a:rPr lang="en-US" altLang="zh-CN" sz="900" b="1" dirty="0"/>
              <a:t>            break</a:t>
            </a:r>
            <a:endParaRPr lang="en-US" altLang="zh-CN" sz="900" b="1" dirty="0"/>
          </a:p>
          <a:p>
            <a:endParaRPr lang="en-US" altLang="zh-CN" sz="1050" b="1" dirty="0"/>
          </a:p>
          <a:p>
            <a:endParaRPr lang="en-US" sz="1050" b="1" dirty="0"/>
          </a:p>
          <a:p>
            <a:endParaRPr lang="en-US" sz="1050" b="1" dirty="0"/>
          </a:p>
          <a:p>
            <a:endParaRPr lang="en-US" sz="1050" b="1" dirty="0"/>
          </a:p>
          <a:p>
            <a:endParaRPr lang="en-US" sz="1050" b="1" dirty="0"/>
          </a:p>
          <a:p>
            <a:endParaRPr lang="en-US" sz="1050" b="1" dirty="0"/>
          </a:p>
          <a:p>
            <a:endParaRPr lang="en-US" sz="1050" b="1" dirty="0"/>
          </a:p>
          <a:p>
            <a:endParaRPr lang="en-US" sz="1050" b="1" dirty="0"/>
          </a:p>
          <a:p>
            <a:endParaRPr lang="en-US" sz="1050" b="1" dirty="0"/>
          </a:p>
          <a:p>
            <a:endParaRPr lang="en-US" sz="1050" b="1" dirty="0"/>
          </a:p>
          <a:p>
            <a:pPr>
              <a:buClr>
                <a:schemeClr val="accent1"/>
              </a:buClr>
            </a:pPr>
            <a:br>
              <a:rPr lang="en-US" sz="1050" dirty="0"/>
            </a:br>
            <a:br>
              <a:rPr lang="en-US" sz="1050" dirty="0"/>
            </a:br>
            <a:br>
              <a:rPr lang="en-US" sz="1050" dirty="0"/>
            </a:br>
            <a:br>
              <a:rPr lang="en-US" sz="1050" dirty="0"/>
            </a:br>
            <a:br>
              <a:rPr lang="en-US" sz="1050" dirty="0"/>
            </a:br>
            <a:br>
              <a:rPr lang="en-US" sz="1050" dirty="0"/>
            </a:br>
            <a:endParaRPr lang="en-US" sz="1050" dirty="0"/>
          </a:p>
        </p:txBody>
      </p:sp>
      <p:sp>
        <p:nvSpPr>
          <p:cNvPr id="5" name="TextBox 7"/>
          <p:cNvSpPr txBox="1"/>
          <p:nvPr/>
        </p:nvSpPr>
        <p:spPr>
          <a:xfrm>
            <a:off x="323850" y="123825"/>
            <a:ext cx="4017645" cy="41649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p>
            <a:r>
              <a:rPr lang="en-US" altLang="zh-CN" sz="1050" b="1" dirty="0"/>
              <a:t>Training workflow with early stopping and loss monitoring</a:t>
            </a:r>
            <a:endParaRPr lang="en-US" altLang="zh-CN" sz="1050" b="1" dirty="0"/>
          </a:p>
          <a:p>
            <a:endParaRPr lang="en-US" altLang="zh-CN" sz="1050" b="1" dirty="0"/>
          </a:p>
          <a:p>
            <a:r>
              <a:rPr lang="en-US" altLang="zh-CN" sz="1050" b="1" dirty="0"/>
              <a:t>• Input: Feature vectors (7D) </a:t>
            </a:r>
            <a:endParaRPr lang="en-US" altLang="zh-CN" sz="1050" b="1" dirty="0"/>
          </a:p>
          <a:p>
            <a:endParaRPr lang="en-US" altLang="zh-CN" sz="1050" b="1" dirty="0"/>
          </a:p>
          <a:p>
            <a:r>
              <a:rPr lang="en-US" altLang="zh-CN" sz="1050" b="1" dirty="0">
                <a:sym typeface="+mn-ea"/>
              </a:rPr>
              <a:t>•Label: B</a:t>
            </a:r>
            <a:r>
              <a:rPr lang="en-US" altLang="zh-CN" sz="1050" b="1" dirty="0"/>
              <a:t>inary labels (1 = match, 0 = non-match)</a:t>
            </a:r>
            <a:endParaRPr lang="en-US" altLang="zh-CN" sz="1050" b="1" dirty="0"/>
          </a:p>
          <a:p>
            <a:endParaRPr lang="en-US" altLang="zh-CN" sz="1050" b="1" dirty="0"/>
          </a:p>
          <a:p>
            <a:r>
              <a:rPr lang="en-US" altLang="zh-CN" sz="1050" b="1" dirty="0"/>
              <a:t>• Model: 3-layer feedforward neural network (Linear → ReLU → Linear → ReLU → Linear → Sigmoid)</a:t>
            </a:r>
            <a:endParaRPr lang="en-US" altLang="zh-CN" sz="1050" b="1" dirty="0"/>
          </a:p>
          <a:p>
            <a:endParaRPr lang="en-US" altLang="zh-CN" sz="1050" b="1" dirty="0"/>
          </a:p>
          <a:p>
            <a:r>
              <a:rPr lang="en-US" altLang="zh-CN" sz="1050" b="1" dirty="0"/>
              <a:t>• Loss: Binary Cross-Entropy </a:t>
            </a:r>
            <a:endParaRPr lang="en-US" altLang="zh-CN" sz="1050" b="1" dirty="0"/>
          </a:p>
          <a:p>
            <a:endParaRPr lang="en-US" altLang="zh-CN" sz="1050" b="1" dirty="0"/>
          </a:p>
          <a:p>
            <a:r>
              <a:rPr lang="en-US" altLang="zh-CN" sz="1050" b="1" dirty="0"/>
              <a:t>• Optimizer: Adam (learning rate = 1e-3)</a:t>
            </a:r>
            <a:endParaRPr lang="en-US" altLang="zh-CN" sz="1050" b="1" dirty="0"/>
          </a:p>
          <a:p>
            <a:endParaRPr lang="en-US" altLang="zh-CN" sz="1050" b="1" dirty="0"/>
          </a:p>
          <a:p>
            <a:r>
              <a:rPr lang="en-US" altLang="zh-CN" sz="1050" b="1" dirty="0"/>
              <a:t>•  Epochs: 50 | Early stopping: patience = 7</a:t>
            </a:r>
            <a:endParaRPr lang="en-US" altLang="zh-CN" sz="1050" b="1" dirty="0"/>
          </a:p>
          <a:p>
            <a:endParaRPr lang="en-US" altLang="zh-CN" sz="1050" b="1" dirty="0"/>
          </a:p>
          <a:p>
            <a:r>
              <a:rPr lang="en-US" altLang="zh-CN" sz="1050" b="1" dirty="0"/>
              <a:t>• Training and validation features were extracted from line pairs between current and previous frame</a:t>
            </a:r>
            <a:endParaRPr lang="en-US" altLang="zh-CN" sz="1050" b="1" dirty="0"/>
          </a:p>
          <a:p>
            <a:endParaRPr lang="en-US" altLang="zh-CN" sz="1050" b="1" dirty="0"/>
          </a:p>
          <a:p>
            <a:r>
              <a:rPr lang="en-US" altLang="zh-CN" sz="1050" b="1" dirty="0"/>
              <a:t>• Best model weights are saved when validation loss improves.Training stops if no improvement for 7 consecutive epochs (patience = 7)</a:t>
            </a:r>
            <a:endParaRPr lang="en-US" altLang="zh-CN" sz="1050" b="1" dirty="0"/>
          </a:p>
          <a:p>
            <a:endParaRPr lang="en-US" altLang="zh-CN" sz="1050" b="1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D1A53-3D50-465D-BEE6-D62CB4527C46}" type="datetime3">
              <a:rPr lang="en-US" noProof="0" smtClean="0"/>
            </a:fld>
            <a:endParaRPr lang="en-US" noProof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A48181-2C78-49CB-8C52-912A07842C2E}" type="slidenum">
              <a:rPr lang="en-US" noProof="0" smtClean="0"/>
            </a:fld>
            <a:endParaRPr lang="en-US" noProof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/>
              <a:t>Author, © Continental AG</a:t>
            </a:r>
            <a:endParaRPr lang="en-US" noProof="0"/>
          </a:p>
        </p:txBody>
      </p:sp>
      <p:sp>
        <p:nvSpPr>
          <p:cNvPr id="8" name="TextBox 7"/>
          <p:cNvSpPr txBox="1"/>
          <p:nvPr/>
        </p:nvSpPr>
        <p:spPr>
          <a:xfrm>
            <a:off x="467360" y="699770"/>
            <a:ext cx="4017645" cy="3327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r>
              <a:rPr lang="en-US" altLang="zh-CN" sz="1050" b="1" dirty="0"/>
              <a:t>Visualization of Line Matching on Test Data</a:t>
            </a:r>
            <a:endParaRPr lang="en-US" altLang="zh-CN" sz="1050" b="1" dirty="0"/>
          </a:p>
          <a:p>
            <a:endParaRPr lang="en-US" altLang="zh-CN" sz="1050" b="1" dirty="0"/>
          </a:p>
          <a:p>
            <a:r>
              <a:rPr lang="en-US" altLang="zh-CN" sz="1050" b="1" dirty="0"/>
              <a:t> We use the testing dataset to visually verify that the trained model can correctly match lane lines on unseen frames, not just those seen during training.</a:t>
            </a:r>
            <a:endParaRPr lang="en-US" altLang="zh-CN" sz="1050" b="1" dirty="0"/>
          </a:p>
          <a:p>
            <a:endParaRPr lang="en-US" altLang="zh-CN" sz="1050" b="1" dirty="0"/>
          </a:p>
          <a:p>
            <a:r>
              <a:rPr lang="en-US" altLang="zh-CN" sz="1050" b="1" dirty="0"/>
              <a:t>For each matched line pair, the same color and ID are assigned in frame t (previous) and frame t+1 (current).</a:t>
            </a:r>
            <a:endParaRPr lang="en-US" altLang="zh-CN" sz="1050" b="1" dirty="0"/>
          </a:p>
          <a:p>
            <a:endParaRPr lang="en-US" sz="1050" b="1" dirty="0"/>
          </a:p>
          <a:p>
            <a:r>
              <a:rPr lang="en-US" altLang="zh-CN" sz="1050" b="1" dirty="0"/>
              <a:t>Visualization can used both on trained neural model and</a:t>
            </a:r>
            <a:endParaRPr lang="en-US" altLang="zh-CN" sz="1050" b="1" dirty="0"/>
          </a:p>
          <a:p>
            <a:r>
              <a:rPr lang="en-US" altLang="zh-CN" sz="1050" b="1" dirty="0"/>
              <a:t>Rule-based matching </a:t>
            </a:r>
            <a:endParaRPr lang="en-US" sz="1050" b="1" dirty="0"/>
          </a:p>
          <a:p>
            <a:endParaRPr lang="en-US" sz="1050" b="1" dirty="0"/>
          </a:p>
          <a:p>
            <a:endParaRPr lang="en-US" sz="1050" b="1" dirty="0"/>
          </a:p>
          <a:p>
            <a:endParaRPr lang="en-US" sz="1050" b="1" dirty="0"/>
          </a:p>
          <a:p>
            <a:pPr>
              <a:buClr>
                <a:schemeClr val="accent1"/>
              </a:buClr>
            </a:pPr>
            <a:br>
              <a:rPr lang="en-US" sz="1050" dirty="0"/>
            </a:br>
            <a:br>
              <a:rPr lang="en-US" sz="1050" dirty="0"/>
            </a:br>
            <a:br>
              <a:rPr lang="en-US" sz="1050" dirty="0"/>
            </a:br>
            <a:br>
              <a:rPr lang="en-US" sz="1050" dirty="0"/>
            </a:br>
            <a:br>
              <a:rPr lang="en-US" sz="1050" dirty="0"/>
            </a:br>
            <a:br>
              <a:rPr lang="en-US" sz="1050" dirty="0"/>
            </a:br>
            <a:endParaRPr lang="en-US" sz="1050" dirty="0"/>
          </a:p>
        </p:txBody>
      </p:sp>
      <p:sp>
        <p:nvSpPr>
          <p:cNvPr id="9" name="Rectangle 8"/>
          <p:cNvSpPr/>
          <p:nvPr/>
        </p:nvSpPr>
        <p:spPr>
          <a:xfrm>
            <a:off x="4731385" y="1059815"/>
            <a:ext cx="4017645" cy="2967355"/>
          </a:xfrm>
          <a:prstGeom prst="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2">
                    <a:lumMod val="10000"/>
                  </a:schemeClr>
                </a:solidFill>
              </a:rPr>
              <a:t>{insert picture/gif related to experiments}</a:t>
            </a:r>
            <a:endParaRPr lang="en-US" sz="1600" dirty="0">
              <a:solidFill>
                <a:schemeClr val="bg2">
                  <a:lumMod val="10000"/>
                </a:schemeClr>
              </a:solidFill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43755" y="719455"/>
            <a:ext cx="4171315" cy="330771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D1A53-3D50-465D-BEE6-D62CB4527C46}" type="datetime3">
              <a:rPr lang="en-US" noProof="0" smtClean="0"/>
            </a:fld>
            <a:endParaRPr lang="en-US" noProof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A48181-2C78-49CB-8C52-912A07842C2E}" type="slidenum">
              <a:rPr lang="en-US" noProof="0" smtClean="0"/>
            </a:fld>
            <a:endParaRPr lang="en-US" noProof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/>
              <a:t>Author, © Continental AG</a:t>
            </a:r>
            <a:endParaRPr lang="en-US" noProof="0"/>
          </a:p>
        </p:txBody>
      </p:sp>
      <p:sp>
        <p:nvSpPr>
          <p:cNvPr id="8" name="TextBox 7"/>
          <p:cNvSpPr txBox="1"/>
          <p:nvPr/>
        </p:nvSpPr>
        <p:spPr>
          <a:xfrm>
            <a:off x="395605" y="411480"/>
            <a:ext cx="4017645" cy="35661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r>
              <a:rPr lang="en-US" altLang="zh-CN" sz="1050" b="1" dirty="0"/>
              <a:t>Evaluating:</a:t>
            </a:r>
            <a:endParaRPr lang="en-US" altLang="zh-CN" sz="1050" b="1" dirty="0"/>
          </a:p>
          <a:p>
            <a:endParaRPr lang="en-US" altLang="zh-CN" sz="1050" b="1" dirty="0"/>
          </a:p>
          <a:p>
            <a:r>
              <a:rPr lang="en-US" altLang="zh-CN" sz="1050" b="1" dirty="0"/>
              <a:t> Compare rule-based and neural model line matching methods  on unseen data from the CULane test dataset</a:t>
            </a:r>
            <a:endParaRPr lang="en-US" altLang="zh-CN" sz="1050" b="1" dirty="0"/>
          </a:p>
          <a:p>
            <a:endParaRPr lang="en-US" altLang="zh-CN" sz="1050" b="1" dirty="0"/>
          </a:p>
          <a:p>
            <a:r>
              <a:rPr lang="en-US" altLang="zh-CN" sz="1050" b="1" dirty="0"/>
              <a:t>• Evaluation metrics:</a:t>
            </a:r>
            <a:endParaRPr lang="en-US" altLang="zh-CN" sz="1050" b="1" dirty="0"/>
          </a:p>
          <a:p>
            <a:r>
              <a:rPr lang="en-US" altLang="zh-CN" sz="1050" b="1" dirty="0"/>
              <a:t>   - Match accuracy </a:t>
            </a:r>
            <a:endParaRPr lang="en-US" altLang="zh-CN" sz="1050" b="1" dirty="0"/>
          </a:p>
          <a:p>
            <a:r>
              <a:rPr lang="en-US" altLang="zh-CN" sz="1050" b="1" dirty="0"/>
              <a:t>   - Runtime per frame (in seconds)</a:t>
            </a:r>
            <a:endParaRPr lang="en-US" altLang="zh-CN" sz="1050" b="1" dirty="0"/>
          </a:p>
          <a:p>
            <a:endParaRPr lang="en-US" altLang="zh-CN" sz="1050" b="1" dirty="0"/>
          </a:p>
          <a:p>
            <a:r>
              <a:rPr lang="en-US" altLang="zh-CN" sz="1050" b="1" dirty="0"/>
              <a:t>• Evaluation procedure:</a:t>
            </a:r>
            <a:endParaRPr lang="en-US" altLang="zh-CN" sz="1050" b="1" dirty="0"/>
          </a:p>
          <a:p>
            <a:r>
              <a:rPr lang="en-US" altLang="zh-CN" sz="1050" b="1" dirty="0"/>
              <a:t>   - For each pair of consecutive frames:</a:t>
            </a:r>
            <a:endParaRPr lang="en-US" altLang="zh-CN" sz="1050" b="1" dirty="0"/>
          </a:p>
          <a:p>
            <a:r>
              <a:rPr lang="en-US" altLang="zh-CN" sz="1050" b="1" dirty="0"/>
              <a:t>     1. Predict matches using both methods</a:t>
            </a:r>
            <a:endParaRPr lang="en-US" altLang="zh-CN" sz="1050" b="1" dirty="0"/>
          </a:p>
          <a:p>
            <a:r>
              <a:rPr lang="en-US" altLang="zh-CN" sz="1050" b="1" dirty="0"/>
              <a:t>     2. Compare predicted matches (index pairs)</a:t>
            </a:r>
            <a:endParaRPr lang="en-US" altLang="zh-CN" sz="1050" b="1" dirty="0"/>
          </a:p>
          <a:p>
            <a:r>
              <a:rPr lang="en-US" altLang="zh-CN" sz="1050" b="1" dirty="0"/>
              <a:t>     3. Measure agreement rate</a:t>
            </a:r>
            <a:endParaRPr lang="en-US" altLang="zh-CN" sz="1050" b="1" dirty="0"/>
          </a:p>
          <a:p>
            <a:r>
              <a:rPr lang="en-US" altLang="zh-CN" sz="1050" b="1" dirty="0"/>
              <a:t>     4. Record time taken for each method</a:t>
            </a:r>
            <a:endParaRPr lang="en-US" altLang="zh-CN" sz="1050" b="1" dirty="0"/>
          </a:p>
          <a:p>
            <a:endParaRPr lang="en-US" altLang="zh-CN" sz="1050" b="1" dirty="0"/>
          </a:p>
          <a:p>
            <a:r>
              <a:rPr lang="en-US" altLang="zh-CN" sz="1050" b="1" dirty="0"/>
              <a:t>• Outcome:</a:t>
            </a:r>
            <a:endParaRPr lang="en-US" altLang="zh-CN" sz="1050" b="1" dirty="0"/>
          </a:p>
          <a:p>
            <a:r>
              <a:rPr lang="en-US" altLang="zh-CN" sz="1050" b="1" dirty="0"/>
              <a:t>   - Neural model achieves comparable accuracy</a:t>
            </a:r>
            <a:endParaRPr lang="en-US" altLang="zh-CN" sz="1050" b="1" dirty="0"/>
          </a:p>
          <a:p>
            <a:r>
              <a:rPr lang="en-US" altLang="zh-CN" sz="1050" b="1" dirty="0"/>
              <a:t>   - </a:t>
            </a:r>
            <a:r>
              <a:rPr lang="en-US" altLang="zh-CN" sz="1050" b="1" dirty="0">
                <a:sym typeface="+mn-ea"/>
              </a:rPr>
              <a:t>rule-based matching</a:t>
            </a:r>
            <a:r>
              <a:rPr lang="en-US" altLang="zh-CN" sz="1050" b="1" dirty="0"/>
              <a:t> is generally faster in runtime than</a:t>
            </a:r>
            <a:endParaRPr lang="en-US" altLang="zh-CN" sz="1050" b="1" dirty="0"/>
          </a:p>
          <a:p>
            <a:r>
              <a:rPr lang="en-US" altLang="zh-CN" sz="1050" b="1" dirty="0"/>
              <a:t>      neural network matching </a:t>
            </a:r>
            <a:endParaRPr lang="en-US" altLang="zh-CN" sz="1050" b="1" dirty="0"/>
          </a:p>
          <a:p>
            <a:endParaRPr lang="en-US" sz="1050" b="1" dirty="0"/>
          </a:p>
          <a:p>
            <a:endParaRPr lang="en-US" sz="1050" b="1" dirty="0"/>
          </a:p>
          <a:p>
            <a:endParaRPr lang="en-US" sz="1050" b="1" dirty="0"/>
          </a:p>
          <a:p>
            <a:endParaRPr lang="en-US" sz="1050" b="1" dirty="0"/>
          </a:p>
          <a:p>
            <a:endParaRPr lang="en-US" sz="1050" b="1" dirty="0"/>
          </a:p>
          <a:p>
            <a:endParaRPr lang="en-US" sz="1050" b="1" dirty="0"/>
          </a:p>
          <a:p>
            <a:endParaRPr lang="en-US" sz="1050" b="1" dirty="0"/>
          </a:p>
          <a:p>
            <a:endParaRPr lang="en-US" sz="1050" b="1" dirty="0"/>
          </a:p>
          <a:p>
            <a:endParaRPr lang="en-US" sz="1050" b="1" dirty="0"/>
          </a:p>
          <a:p>
            <a:endParaRPr lang="en-US" sz="1050" b="1" dirty="0"/>
          </a:p>
          <a:p>
            <a:endParaRPr lang="en-US" sz="1050" b="1" dirty="0"/>
          </a:p>
          <a:p>
            <a:pPr>
              <a:buClr>
                <a:schemeClr val="accent1"/>
              </a:buClr>
            </a:pPr>
            <a:br>
              <a:rPr lang="en-US" sz="1050" dirty="0"/>
            </a:br>
            <a:br>
              <a:rPr lang="en-US" sz="1050" dirty="0"/>
            </a:br>
            <a:br>
              <a:rPr lang="en-US" sz="1050" dirty="0"/>
            </a:br>
            <a:br>
              <a:rPr lang="en-US" sz="1050" dirty="0"/>
            </a:br>
            <a:br>
              <a:rPr lang="en-US" sz="1050" dirty="0"/>
            </a:br>
            <a:br>
              <a:rPr lang="en-US" sz="1050" dirty="0"/>
            </a:br>
            <a:endParaRPr lang="en-US" sz="1050" dirty="0"/>
          </a:p>
        </p:txBody>
      </p:sp>
      <p:sp>
        <p:nvSpPr>
          <p:cNvPr id="9" name="Rectangle 8"/>
          <p:cNvSpPr/>
          <p:nvPr/>
        </p:nvSpPr>
        <p:spPr>
          <a:xfrm>
            <a:off x="4643482" y="698902"/>
            <a:ext cx="4017602" cy="31624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bg2">
                  <a:lumMod val="10000"/>
                </a:schemeClr>
              </a:solidFill>
            </a:endParaRPr>
          </a:p>
        </p:txBody>
      </p:sp>
      <p:pic>
        <p:nvPicPr>
          <p:cNvPr id="6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43755" y="555625"/>
            <a:ext cx="4225925" cy="113411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文本框 4"/>
          <p:cNvSpPr txBox="1"/>
          <p:nvPr/>
        </p:nvSpPr>
        <p:spPr>
          <a:xfrm>
            <a:off x="4643120" y="1851660"/>
            <a:ext cx="4221480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50" b="1" dirty="0"/>
              <a:t>Neural model produced the same match result as the rule-based method in 94.95% of 100 test frame pairs.</a:t>
            </a:r>
            <a:endParaRPr lang="zh-CN" altLang="en-US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D1A53-3D50-465D-BEE6-D62CB4527C46}" type="datetime3">
              <a:rPr lang="en-US" noProof="0" smtClean="0"/>
            </a:fld>
            <a:endParaRPr lang="en-US" noProof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A48181-2C78-49CB-8C52-912A07842C2E}" type="slidenum">
              <a:rPr lang="en-US" noProof="0" smtClean="0"/>
            </a:fld>
            <a:endParaRPr lang="en-US" noProof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/>
              <a:t>Author, © Continental AG</a:t>
            </a:r>
            <a:endParaRPr lang="en-US" noProof="0"/>
          </a:p>
        </p:txBody>
      </p:sp>
      <p:sp>
        <p:nvSpPr>
          <p:cNvPr id="7" name="TextBox 6"/>
          <p:cNvSpPr txBox="1"/>
          <p:nvPr/>
        </p:nvSpPr>
        <p:spPr>
          <a:xfrm>
            <a:off x="323528" y="195486"/>
            <a:ext cx="45720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Future work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467360" y="748030"/>
            <a:ext cx="8282305" cy="355219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r>
              <a:rPr lang="en-US" altLang="zh-CN" sz="1400" dirty="0"/>
              <a:t>1.Add a line detection module before the association model  </a:t>
            </a:r>
            <a:endParaRPr lang="en-US" altLang="zh-CN" sz="1400" dirty="0"/>
          </a:p>
          <a:p>
            <a:r>
              <a:rPr lang="en-US" altLang="zh-CN" sz="1400" dirty="0"/>
              <a:t>  </a:t>
            </a:r>
            <a:r>
              <a:rPr lang="en-US" altLang="zh-CN" sz="1400" dirty="0">
                <a:sym typeface="+mn-ea"/>
              </a:rPr>
              <a:t> </a:t>
            </a:r>
            <a:r>
              <a:rPr lang="en-US" altLang="en-US" sz="1400" dirty="0">
                <a:sym typeface="+mn-ea"/>
              </a:rPr>
              <a:t>→</a:t>
            </a:r>
            <a:r>
              <a:rPr lang="en-US" altLang="zh-CN" sz="1400" dirty="0">
                <a:sym typeface="+mn-ea"/>
              </a:rPr>
              <a:t> A</a:t>
            </a:r>
            <a:r>
              <a:rPr lang="en-US" altLang="en-US" sz="1400" dirty="0"/>
              <a:t>chieve</a:t>
            </a:r>
            <a:r>
              <a:rPr lang="en-US" altLang="zh-CN" sz="1400" dirty="0"/>
              <a:t> end-to-end matching from raw images to line pairs</a:t>
            </a:r>
            <a:endParaRPr lang="en-US" altLang="zh-CN" sz="1400" dirty="0"/>
          </a:p>
          <a:p>
            <a:endParaRPr lang="en-US" sz="1400" dirty="0"/>
          </a:p>
          <a:p>
            <a:r>
              <a:rPr lang="en-US" sz="1400" dirty="0"/>
              <a:t>2.</a:t>
            </a:r>
            <a:r>
              <a:rPr lang="en-US" altLang="zh-CN" sz="1400" dirty="0"/>
              <a:t>Optimize the current line association model architecture  </a:t>
            </a:r>
            <a:endParaRPr lang="en-US" altLang="zh-CN" sz="1400" dirty="0"/>
          </a:p>
          <a:p>
            <a:r>
              <a:rPr lang="en-US" altLang="zh-CN" sz="1400" dirty="0"/>
              <a:t>   </a:t>
            </a:r>
            <a:r>
              <a:rPr lang="en-US" altLang="en-US" sz="1400" dirty="0"/>
              <a:t>→</a:t>
            </a:r>
            <a:r>
              <a:rPr lang="en-US" altLang="zh-CN" sz="1400" dirty="0"/>
              <a:t> Try deeper networks, new activation functions, or regularization</a:t>
            </a:r>
            <a:endParaRPr lang="en-US" altLang="zh-CN" sz="1400" dirty="0"/>
          </a:p>
          <a:p>
            <a:endParaRPr lang="en-US" altLang="zh-CN" sz="1400" dirty="0"/>
          </a:p>
          <a:p>
            <a:r>
              <a:rPr lang="en-US" altLang="zh-CN" sz="1400" dirty="0"/>
              <a:t>3. Explore alternative models (e.g., GNNs, Siamese networks)  </a:t>
            </a:r>
            <a:endParaRPr lang="en-US" altLang="zh-CN" sz="1400" dirty="0"/>
          </a:p>
          <a:p>
            <a:r>
              <a:rPr lang="en-US" altLang="zh-CN" sz="1400" dirty="0"/>
              <a:t>   </a:t>
            </a:r>
            <a:r>
              <a:rPr lang="en-US" altLang="en-US" sz="1400" dirty="0"/>
              <a:t>→</a:t>
            </a:r>
            <a:r>
              <a:rPr lang="en-US" altLang="zh-CN" sz="1400" dirty="0"/>
              <a:t> Improve matching accuracy and generalization</a:t>
            </a:r>
            <a:endParaRPr lang="en-US" altLang="zh-CN" sz="1400" dirty="0"/>
          </a:p>
          <a:p>
            <a:endParaRPr lang="en-US" altLang="zh-CN" sz="1400" dirty="0"/>
          </a:p>
          <a:p>
            <a:r>
              <a:rPr lang="en-US" altLang="zh-CN" sz="1400" dirty="0"/>
              <a:t>4.Extend from frame-by-frame tracking association (t </a:t>
            </a:r>
            <a:r>
              <a:rPr lang="en-US" altLang="en-US" sz="1400" dirty="0"/>
              <a:t>↔</a:t>
            </a:r>
            <a:r>
              <a:rPr lang="en-US" altLang="zh-CN" sz="1400" dirty="0"/>
              <a:t> t+1) to global multi-frame tracking  </a:t>
            </a:r>
            <a:endParaRPr lang="en-US" altLang="zh-CN" sz="1400" dirty="0"/>
          </a:p>
          <a:p>
            <a:r>
              <a:rPr lang="en-US" altLang="zh-CN" sz="1400" dirty="0"/>
              <a:t>   </a:t>
            </a:r>
            <a:r>
              <a:rPr lang="en-US" altLang="en-US" sz="1400" dirty="0"/>
              <a:t>→</a:t>
            </a:r>
            <a:r>
              <a:rPr lang="en-US" altLang="zh-CN" sz="1400" dirty="0"/>
              <a:t> Track line IDs across longer sequences to improve temporal consistency</a:t>
            </a:r>
            <a:endParaRPr lang="en-US" altLang="zh-CN" sz="1400" dirty="0"/>
          </a:p>
          <a:p>
            <a:endParaRPr lang="en-US" altLang="zh-CN" sz="1400" dirty="0"/>
          </a:p>
        </p:txBody>
      </p:sp>
    </p:spTree>
  </p:cSld>
  <p:clrMapOvr>
    <a:masterClrMapping/>
  </p:clrMapOvr>
  <p:transition>
    <p:fade/>
  </p:transition>
</p:sld>
</file>

<file path=ppt/tags/tag1.xml><?xml version="1.0" encoding="utf-8"?>
<p:tagLst xmlns:p="http://schemas.openxmlformats.org/presentationml/2006/main">
  <p:tag name="MIO_BULLET_IMAGE_BINARY_DATA" val="R0lGODlh4AHgAeZ/AP+WAf/Mk/2YAP+vOP3guf+rMf716vz///6cAP725f/VqP6aBP2rMP/fvP/Upfz++//nxf7q0P6YBf/69f+yQv+uMP+1TP/8/f+wOP3s0fyYAv6wOv768v/Tqfv//fvVpv6yRfyZAP+YBv388vyqMP6aBv/UqfyaA/+WBeGaAP/fwP/q0/+ZCP+0Rf/6+OKYAv7KkfyuMP/s1P6cBP/29f+4U/6ZAP6ZAf+YAf+aAP/+/////f+aAv+ZAv2aAP7///+YAP+sMP6bAP7+/v6sMP6sMf6aAP6ZA/+YA/2aAf/9/v7+/P+tMP+bAP6bAv/9///+/P7//f7+//7/+v//+/2tMP+bAfybAP/++v//+v+aBP2wOv3++fyaAf+bBP7/+/39/f/+/f2ZBf/n1v79///8///9+P2bBvnXp/v/+v3Xqv/37P39//78//2vOP/Xpv79+//Vqv2bBP+XA/+xOv+aAf/++/+3T/+ZBP2bAPqbAf/Ur//QmP////+ZAP///yH5BAEAAH8ALAAAAADgAeABAAf/gH+Cg4SFhoeIiYqLjI2Oj5CRkpOUlZaXmJmam5ydnp+goaKjpKWmp6ipqqusra6vsLGys7S1tre4ubq7vL2+v8DBwsPExcbHyMnKy8zNzs/Q0dLT1NXW19jZ2tvc3d7f4OHi4+Tl5ufopRQFBUEFRCDs8vP09fb0TAxERen9/v+CiggcOJCJDT85gPDwc6Ohw4cQI0p8iKTHgg1MCugjwoRCkA0AQ4qUxg5DlSJBBhCxwbKljRs9fPDoouWGy5s4c+p06SdJDh9GfPgI8TNHAQpEBrBLOrKpU14MKtTYV6AIjhA4gCDAoRPJkRw4klxZuLOsWZZ+DiK84afHERta//wIwPGThxEeQTDkdfe0r99U74hUJWLET1g/iG8cORJCLeLHfowI6GFDAEMeODJr3sy5s+fNTnLcuPvSDxDGPkRoeMlVy1sgSG5UGRCEY4G/uHNfUhqESRDHkIMLH068uPHjyJMHD8K8wAAGuqNLL4RhaYUbTSrjUM69u/fv3ZsAUbpuwPTzTgVGLfDyRogbQngkAU+/vn3uThD6EZKDSJUgVViA3oDmUBBDAb4Z0cMNom2HWUNc3SfhhBLiYIQQfhzRgxE51MREBUWYR+CI2xTBxBZFvOVDQvxZdgMPNiCBAIMU1mhjdw9mx6ENOPQgxA1AbEBESiQWKU0FBVSBQf8IfmAWF0NAKOaDDRy2FQJlN2appXBNOLGdFUAs0IMfXtwgghYCiBZiBRUIaOSbxgyAwZA4CLAQW6YhZpcNOWQHxHZHOEHUloRuCUQSDTkRY2k2CAFEDgeZycMATGDAD5yY8tJOkjjwACkPQODhxA1OvMWWlzROGRMQJTxZ6KsT3uDDo3HhIJ4IfPqwXQk2ZIfQQUUQQQRImRYrywbMBQHrsswym4MfGBFr7LSAMdfstdhuCR+flppI7behUMoEE/Fla+659y3UA11NGBFEEc6BKy8mHymLGRJdoKvvvspRBukROMzQQ6j+UTDvwY9UkE8QCeVHI78QRxwcEGck4UP/bAjFdGFS0CHssSFEUFBEmqBihsMVeLgq8cr6+oCHH1YAWVMXlAGhhQ3ddvzxwW4wUICXmDHkoh8zsGy0vndpAeqYC4UgxJg2LMBVbUzs/O07RWzgL48H5dcEdgIccfTY2MKIg0x2JoaDCC0ixAMSGRFhdaZMEFGBD2TnrTd3yc5dZIgperr34IQT546Ifk+3DhNATKnFs4VHHrkQQaCYuG6+MeGHFlfOOqbkoO/Npw1FVGDw5U9tMEARQtjAw7ZACIFE6LSTvYAYVuSQw7uIo/4PBky0kINdo2bWpA141648yxYSzRYTRejsOzrsANHrHCw9m/YCkC/v/b6x56Do/3aQUj29ORsUcJ2CNsx3AxJAMI3n9/SfKxNCdDU6PNzvnB8OipqrnwBr1zf/bcMC7WjSABdIu3cZMBsYYMBCpsTACkruXUF4IDWCsA62wKd7Fgxh3sSXvtNpsBntqMKLDpIEGwBBhDAkGw4qwgMQnZAZITrIW7YjhLPF8IcsuwEC/jSeFkjrhsRAShB8cASbjElXVQKiFPl1kJvJYVYYMCESg2ESwySkBz/hkQDQMsUynis+c8hBmsQWIultcRfJMqMcCZedKmjxjbhAyRz3uDcRPKo2dMDjLfIxAD4akmw5mAOTbsAUQc6CAUyA0SEnybImJA9GGHTkK1KCAZuIjf+SoOQXEuCSlSO0rgq30eQqKhCEmPhhAS8MpSzPxSMM9QABfkDCHDKnSlSEqAfvocssh5kt17HkCp9qiB+S1EtSvKMCrkuIH3RFzGouywZXekkO8DAaP4hAABZwYzM5YZLCWPOcLCvgODdRBAoADJ3wXFle1pkJSg1ACF+Lpz4hVgW50bMSeVGQGvdJUH31ACVH/KcjUAIXT/WwoBDNlhqZ0DuFKmIAGNEd/oQY0Y4uKyxiq4pFF6E+I8gKfziYgzk9ylItwciJDLjUSA2xgRiwZZQ2aGKT5tfSnlLIhS1pQhWqNlNC/IeMPk1qs9wBgqL+AV4o8IFllEpVZmVtpkX/IAGknrWAqnqVUHzioEKTVIAchMCh2/mqWm2EAy8VoQr0HJcfUGDMJuZnrXiV0E9i185xWmpKK8rBEazgqLwatj5cSQgOPtJL6CGAMpb5kexAeNjKJqdXyAtNEZrqSAT5wC2IkZoTHsVTy5q2OHjgEVgOUoCE3hBBnSrBaWdLIXZkEIl3qAIPfNAEYNL2t/W5QRJQ8toqDGxd1gOucr3DA0f1RoMIKpkPboCDTy73usfh0LogacBxnc2VusMQdsdLHBH0RFfMOd9fedAEHDCIScAhr3zTEqokDIy4qHNsD0owMGGuaL4AZsgQESKEJMQrcZ4FbWNMOboAz7chNhDB/12oW4GKegy2PJDttbQAhD+9CFIO7mh/iPqx3O62t0xq1op6mIMr+CTEEbUvOz6WpONmJb6vel9OgSAHGIsYAQLw58Giq5DpVvdas0OADXrQNB8XlLpeUMnBvPtZvIX3WnhjcpR06uR9xih2tZHXetv73rSU7Vc2wXGXrWkEsflACwXAwLf0y98/Peu/zfrRAkTAgzHVYc36VJARXGiFKnC2WAkW24JbB+JmiUABUCCArUoDaHiOMj+KOgITXGukKqRFzdlCwgd28AMqEIC6PBCAFqzgIpuYeSGiqbQs+YIpqEoVYj6Iww6U8AQp9GEFPsCe63SFhBxQ5gZzAEJoZP8dyoOm0khZ3eorIWaCKeygD32IwhP6EIGwQKrYPcDDimTiQmaDcj4Z6XRZz5qDh+4rBwqYwg/KUOowDGEI3K6IEWKDsrTM4HXmpmQTwHLbEdGGrjCyK79y4AAdRKEPO9gBvn8QhR/82gmMPsi/lRbwSfIgNBaAK4FqAM3ADraw+7rBHg4QcR3oYAdTGIIOLtAHi4/hCEm4WYe9AOqOT3GUh6pCIAeEgbREFj7F5lcPHHDtH7jc4lHYARR0IAWKT0EGbY3MT3xuyBfmQAM9CBl6aKMW0ZKWX0bQtQ4OAIWIS2HbfVACxK+thB9EgAU8Ki3Xy6iFLuABUjcQyHRM9L7/sd3ABNhOvOIXr4Ql6CALfciACF6kalYzxNUHgbXe987AeeqGOWE0POIXT/rE/8DXT/jBDjIQbJbsdobGfkmyl815GMr0L3Lik5mPdvjSl14HU+jDAbTNBR1w29sxMra461Lu2otQTrlhghHiIljR+570S7C40yEOhXvne0P8fpkN/r155wsQCFWowF9+6Sn3Wv/6it+BDpbwcChQ4QA1r/jFM040HnDc/BbkE0xwaE2RRfwBFmnFe6MHf9gmc0sgdcD3BDE3czXXBzeXcy4EBDwHgBYUEzlweyKRJEfQBALwI3OwEArIgIrnAUpwAKrXB1CQbRBYdVFwdVnHIcnD/4ELhCg4gCROQRjuhwMIYFLvp4JYYHwy1wdDoARvh21yF3FxZ3d45346uEAWggRCMCQjUTqR03sq+IWK13iPF3mTl2qr1moHkXlrUYWEcxArcgTBEhIV1nMpCIZ2WHOop3qsJ2yvB26yp2yUxYZj4xNGUCc8IGT9wBxM1oULeIcMCHzCR3zG120+kXzhNm4wEkuCmDe68joJsQ7/MADAFIh544WOyIDZV3PGJ3XeFwH6Fn7+BnCbmDfG80KKIVLpwAAYMF2aODimeIrXJ3/0B4P3l38WtwIY12Abh4KzODZU0gM1USUWNg7jwhYJSDi/CIyl54AQOAUSKHM0Z3M4p/9zGkiHzbhwWLEdn1UFLYAOEhQ1W1c42aiNpMeCLnhtMRh1U0eDNpgfOHiOY3MVs9MeLyF25ZBDR/BC17g380iPiXeESoiETAh3T0h3Uph3AHk0BxEC1mM91OUH0+gN1lI7DemQjiiGkCd5lHeGl5eGChRrGYku2wGK46AsylOSJnmHp9cHqbd6rTdssHdss0eKMcksjwIErCQOvrE8OJmTXwiJw/cExXd8lQhuy0duvViU11I8AgCC3OAGFOA9TemUqKh9q9h9+OaK4HcD/TZ+sqiV2HIVaqQR4MA4YtmIZHmHwlh/xUhxx5iMILaMcJktN8YSQUCA2uAz3zOWeen/e9w4dd44geFogeOYgRs4mNeCFlxhBF6JDQZhjr6Il40Jhvb4gvk4g1aHdf4Yj5jJLDHyOnThQNtQABaAAObFlKI5mgwIkUm4hE0Yd3MXhXeHka2ZmbrnA+JUDSLTVuXHiLr5nHHneCk5eZP3NTGRPz8hYTBZnDYSZtlQAAoyVbgJnc+5kz2ZAe41JrLiBQJgjXwSO/PBnTaiF9iAAaJ4BUewUiSZm+TpkFApiUsQAXhSfV+CFdbDjPI5ITggZ9cQBIciAgl5l/3ZmKm4fVInd09gADDgBGM0GtUHTKCZoNyRAwxQcNMQLEnwUNa1nxOal3tJjPjXB3DgdAYQAMbj/0TtFqIimhxjhCDU8A4M4gNdFZ83yZ8teoqPGYFSsAMHkAU6AAU/kAAw4BWjtSIIuqOIFRQkFg0VsC6q9h4rSjuMeaSk2YKm6XI68AAwuARKAAdS6gdNsBifg6X2cSFws6XOgBFiwwNMojIsSqYmyZsSSQVDIHUuCAX69wM1yhZESafckRWOInLQYJMLNKaASpZUIIM7oKESlgQAMxpckSva2ZxYyhgNUQQM6gyzUUGWeqk5aXFU8HRLIKXbMSN+gAdEmFjw6ajE0RhG8GzNQAR3ValG6qqNKX/XFpw7kAABwBJzwCAFemNXyquacRBJ2Qxkx6rFaqxkuQMPt4ouh/9vHqChXSBYHio2IMqrwmEZfIoDd5QMILAApFqk3DqhZPCA2dYHaxd31zYEGgoWDLFkOaquwbEQ22EDwsIMvTGv9Fqv5PmAO7AEHhAFOmBx8qcDShBxGkqljTM8BPsY2JQDscEjiIgMRAAqFtSqDnuKFfutShCDP+B4D9cHbCAFbgoDcCqnH5sYVAIWMJJuyVAV2BGm9aOyK6uNbdcHU+B4pAZxxqd9i6ofO5sYiFGIPlCyxUABYOQ62nq0R5upUbepMNCpn1qI2ZMaHMKwWil4xyAkeCAEXEasXruysCqrtOoHtoqr7skiRJqgRoEMRbBaG9K1c1uvyIptULiszWr/A88KsFZgoFy7oz0Ykr4gGNPETWobOkZbuC76rU6rA+JKrubKIejaGFjaEHgaDBSgWi7JQJvLuU55r9f2rfiXsUr4r9uBo62DpS60acSwD2lhSn9CuLB7qRArsRRrsS6XsWLLsVaKpaBiBVjrC3ZZiE1gF8RbvGTasvr6sjUns9hWszebsxqCpfEjAAOgfsEgJE6APZDTtwL0utrrlEm7tC+nvBWoqAHAqLxbiDeQurxAqTEkv/M7oWCrsWNrBJ7qXmYrqmkLkNWlEMgCDKgkRQRcwORZtxU7qzBQq2yht4bxngV2jtYzRB8IDBgwO0B0wRj8nIerrMzqrNAKM5A7/61VSF1A0AQGpr68oBIp9kMs3MKj6a36+rmhCwPl2kSkayU6uncUhEtC4Aa+MACTYcHbKsSXKrv5uq+2668wALC628Rc9xLrsh08vAtFMKdAfMVYTKbHO7EV+7nMu7GB0rE2rIMLIhTCBSCaUgBwa8VtPLfci7EwC740a7NvGqfl24w9ywMvIwbAigtMYF5iLKGBzLn1y7T4C7X7K7Wz+EnZAwTDogsAwhV3nL2XLMQHLLZky8BcgQM/QipCMCocCMCzELjTNUVBnMpkqsExe7d5awROIBN/QhlqXHszhgsroVqAzMtY/MKJG8OMSyOu0xDKtpCclwRnTAvx4DbYHP9Cu+zME0rE4Aq6fTCuSFx9PoAo3oQEOWh+Q2cLBWBKntTM4ozBWky7/Hq7X6whRbYgldxlOZB+tnASPtQj9nzP8/vGySvHGssHaNIDoxI2OogHkjoLAyACOZAEdTAUCa3QxTvI3huzDhe+UqADE/AG7JK5siYrtuwKRJAd1BUjHw3S85vJ9+u0iNsHHPAGIkCF5pcDC0BrsjCSchTONu2w8pcFSzoBDjA7dCEUYJGQTuATkEKEXZYVu0MLAmxGSJ3U9foE1/YEURAFIxAHx4YEsCwTYPETUL1mZ3UDBxYLXV1GXw3WrupwMcuTShAFSkADcSAACoIVSLBGY5Kia/b/IDZw0a7wH3x013h9qTtABUvga31wAUy6BC7w1LPTOjjwtiyBS1ltUjYQya3AAIYE2ZF9pDvwBPSHsfhW0kyY0hgiWM11nYDGOU7wXLBQAanNxqtdvFmgf8b3gE7n1xC3BBNgAhyGPM+iYU7GI2JzBKnaChSA2o8N3MGNyYi7BBAXBVTwADsQBix3bTvAAQpwA6wmAu8MY2yhZFv9CkVwSKq93RmsA3AQrtpHBXQXd7H9AxygBoUtXl3WQku2BaadCgbx2/Zt30vd1E/tRVIdwVWtO1Tiak2SPwHtUSxBXXLtCkjB0imr3Q2eymLNk2V91mm91u3n1oaBGCyy4R41/yt3wRDTewpFYARzwOAlvtp67d1P0Nd/HdiDPUOG3ROtcxAvhFSGxbp8WmGt4GnfrMsk3uNtPNmVjW2YfQCazdn7wSOgbQNA9izSJuMQ9Tlq3RAJXgpCIknZbeWR3dqvrQSx/XCz/Qa1fQS3rSvWsyIpZuYFxUS3BB9NYKKoUFbxw+NwntTDbXHFTWoO94TKzdx9/txy4UKhCugEpWzvsUIvPQoVkHWKvuggHYPJ/d3hPd7lDXHord4CwN54414hoCiavk8lcCVgkQQCQNSnAD0xMuU1TerO7HT5Dbr73d90rq8ALuAl6EJzkQJJkFyH9TguyRU3LgpMMNMijsrC3v/j8kcFEI4ESPACKcAa26FsVn3hlXXtoVAAQNYWo97tPf4DTxDHUfAFI4AGL/AC7CUAw9ziF/Pih5U+gIEQVnAC8S7vDS4FDwcHjqcDHvAEgD0aPZAmhS1Yh03geWUD2zwKICB9KXXMXl3lCi/OPzAES4BvvtZ4fr3Z75OiYJ7kom1YTkC5n1AFaaJkp7zCJF/yvJzfFOdyShhx9MbTCoBLtv001FRZ1U0KRMAgqkbfPe/zlzwF+sd9yBqrZL0Dy93c/wXdhkUBiCkKA2ATXjBJ9U31c7sDZPByyBp1GfvwFHve6b3e7b1WZtWZnzAAVdBe4lbrlqz2221xcKAETyv/BUNAcXG3pPhXsQE+4JWl5qagOWD0IlIv+IL/4Fwf4VG9IhSe7ljtUQLQ9KGQ40UTFzu/xpgv+CdO1maN1i+h1kLA1lH91h7FIK1VCkVAZueb8Ksv7D/O134N2IINTEaO8UjOUht9wqOwARggWLGhEL7/+6SO5Za95V0u7l/+2TLfUgux5pzABKvlA1awW9NP/VYu5xSb7LItBbSNEHqu9MAeTzOCBx3vCRsgsPOhBfMPCH6Cg4SFhoeIiYqLjIg3Jn2RkpOUlZaXmJmam5ydnp+goaJZUT99On1LOz86UUp9O0sTJlpANj45fiWNvL2+v8DBiTc3A3/HyMnKy8zN/0FCfjZneDw2wtfY2YqPot3e3+Dh4uOZUJGxsFFUDzthBzs7sBwKN1YCIj7a+vv8wFY4TogUaUawYDMmN3j0AOLDCI9+ECMOg0SuosWLGDNuYgVHh44hpn5QifdKyZBTPzioQSIAmsSXMLNdQWKNicGbBoMEickzJjeNQIMKHXox3pQ+WKI0EGGjhw8etnAAuSGEWDQbOHpqlZijRw4kFXCKZUZkq1l+P4mqXcu2LSUwfX4MQTWFQI8btprcOCJIQI8mPaydHZyNRw4BSIiMXYyMAuHHwdK6nUy5sjgdB3QoQfUFVpsGPZzYEHLLSQ8cQqbyhcyal48bOWzYZLy4QP/r24skW97Nu3emKKfMwTm5REoDvn9t5LjRY0E03NAP2QAg5AgRCrTH2o7OXZBu3+DDU0Yld9IPLDpU9SGQFUk0IThwNOnevUmOEDySzM5uEMR2+tB9J96ABAYFhRnxwLJKJFHsgIoOO6hwQxM8GOFHbAByZwMefnhhDH8GFZFPhrgJWOCJKIoz1wFzLfHgAUrEAw88P6igHA9HaEEidHqchsB+IDrz0I6tmZjikUh6EgUUqCzByjt9KAFcXJpRAVIDOChHZGs4GOFUMUEWhIFgWz5mZJJopumNUUgpxZRTUGE1VVU3XJVVmfzYYINoPhDxYZjLMDAfnoSdqeahiG7/ApdcdNmFlw16reYXYGQSqg0QeNziFQaAMoOBe5aeZWiipJZ6Smab9dHZDp+FNlppp6W2V6jaOAEECz7wVUWnylAwABC0mjWqqcQeCpwOwhFnHHJNKMecc5UGCwxUAsR2g2K8IlMBftJqNWyx4KZI3kmSnJdePOz54d5o8Q3abTA5HPEUEAVkiwwIOSTxLk/fhuvvgAcmSCODDp4S4YQVXhjtvo1MCBAOAlhg7zE73cmwRP3+q3FvK7b4YowK0mhjDjjqeHEveDThZQ54MDDxH0EYdjLGFG1sM4pLNvkkSVOyooSVP2Cp5cyN5FJdNFX8yesArxENUcY3R10gm0kt/9XUvHJSZZWeFjsdxMREYOg0WjVLbfahi87VR1135TWrH5MGNvYgX9tLAQ4azL0P1Gf3vRtmmnHmGWiikeaDaaippnfdvG5QwD1668O335RTdmyyqSzrR3LLNffc3Ix3GkQuI0aOzeSVp07UuOahp16668In3+J2+6BFCKZng7rqvGsU8DkL9tHggwdTaKHYY4cOKBOxrZa7MLv3Ln1FHaf3sYwz1nhjjrRnS0QIRwD7PPRlT28+WzmnsnOUPVd5ZZa5gG5vEDjw0PX4vkR//v5BUe3m1XGSitbqxDVLBQFbnaoAD0KwMPw1rHz8iyBv0taotkHqbXFrIJEQCCgQyP9Hgw7cBgQlSEK3AC5Vq2pV4WCVuLcRioNhGgAexBfC/I2whDhcy+X6MJzMHWdzzeoctEIFwyBVwAYnKF0NH5jDJrKFdeVyHbra8552ETFbBUjIEm3oxC4O5XcKMoXwCgYhCRlPYVfsVAGYkIQbmGyLjNCfF+eYieq56FQgm9EqRlayNC4PCTkgGRyZSMdCViR9TsIMzyLhM6AJLX4v5FUWCzjI3NzQkJjUiP+WIggt7MUGN2hKEo6QJUHo6zZF5M8ksVJJS2bylUSh4NoIgAcjAMEIFgICDgLpBxzg4Sm4SWV2Vnm/VhZCjrBMJiZOKLgn6AAC8amFFeyXBCQsgJT/kGSNMGlDTGNORJngxMgO4QCHWPwgArFxQhLwwEscKREy22RMN715CGSG855QjIQOpNAHKvQBChngUIWcEBsatiaetQklK+lpCHveE5xgpNEU2CSSIaxgcznIQ1dAaBaEakehxWSoQx+aTDuiop9PcEV6lhCJCIjgPp4MpiRBytCGXpKkOP0Nk9SHGSno4AdR+MgP4NGgJURACxzt6EwpWdNBjDSnUJXER55AhVZkQAJGwMENLFQn2PjhBg2xgS5fUi810rSpTr1pVNcKClVEYQoQGgIVZDAhEeirB3DDBRL4AsqXeFQs80TrV9XK1sJuwkEXWFsfniBGGWTpCL+0/0E1mFONU0YEAwMBVGDR+lTDPlQHHogLLOKyBA9ISQamiUYSvJKlTMEESCDabFM769l7guEJE+1DGMToTCzsIAJz6JAPhOADJHALYy7T7FkFS9vaKvMoQ3DQAYCDBVigYgjvWIEInCAAIByhCSGVHGxVuVzOEta56D1FFE7CjlLMiElTsIMBAuAwPBzBJRLpwV9vItuaNje9mYzRDpQgBShshgpPgEJQDQADJMAGNkbQU50kkoSwKJep5gUwgNHTB7UNgcBPiMQr4HGA6s43B0LIZk+KAAKzYni259UwTk17gKH+c4xMkgJQh5AA+uIAAaU0i/JiW14Yyxi9LdoBfP9xO5fEmmIMTQBAPgRA0PC+RGlB6q9IY3zkcDpoCcCBAhUOEJdS9GEFToAPD1LcEgFYWSLYcfFCmcvlLivTSVSCBRSGcJIIIKEHRnBwYGw5hyBvZcjkfbF/62xnWOrgKNN9AhdQEQEcJCE2gATCV3yQBKYkFSJYJrKit9xoz/6An4zdQQZ8MAc98cAHOEDCQ2wgASGobDDjTfScM1xqtirBRVnoQwZEkBABaMEeX60TZKMi2bOEmj9FSMhWBesdRvf6fBz2MIhFrKAonZMFWJkwgPZ7Eybgwc14pfZ/r30zGtvYHA3KMVCn4Fgn+MEIOXgnd8htkALsyQYCoPZg2V3/yCQveQpNFu0YjpAEpAIBCF74NDx5RQSAu5DXBPfil8M85jKbAs2kwdAMeKCFIY17aSKohYoXnfE54pkVeuZzH/wMaAdfgUM2GLm46cPvghSgCIEJuLqt3XLVPboPkZ70zC2N6a78Mt/VMGh3ei4m97gL40Vv4qkXO9RVt1qysAZkYG4wByAQlERUJ0gQqCFxOK4768X6tQ6CPexiHzvgxLCGNR6yHLRnqwh6EvjA4V65bF9321HqthK+He6LlbVTgG+724lOeFO5Ox7wVvI+513ve+fb8X8PvMDfXnnxGPzRTNaBk/uw8IaLFeKS31HamxF5wZO+9ODZ+D87DtSP/6dZOdYYeckZFoTHA6r2o6c87g/1clQoWeY0D/QNbh4NnRPfXsgf+vLPdvSkU5rpNhD7058i1uuHPvZLvP32ebP1VHvd1WHfKNnNvnJaIRpE2afz+qUmd7oTmwfGhmx59xx8t3PScn/8AQJVkFXJt3+HYngdhngjRhKMp1WRUyE+AAQ9wAM3kGtG1ANCp38OqCaXd2Pxtnlv1Xn4pm8zI1l4cAbWIAQIyB9H5DxYN4JHcnpTkHqr13oOB3uRgwM6cmmBsQETMzroF0Lqh4PjoHtiRma9d2a/J3IkZ3Jj8xRW4ANYkQMeCCJMEIIiyIRH0nwx12d/Jn3Ul3MceIFTsf9XOYABRmgvDPB52ieGR9J9USBp33dp4ed0uEB+Ukc0fjEV8pFZ9jIAyHODdlgg7dd1rAZ/sSZ/ZXd2evMQOjIDRmCI2cIEBWCFRraIKNJ/wvZ/AYh3oUSAF2KATsOBXeEHXWhElqWIoEgU8KBPi8dSAqYqFBgB4GaBxpQDzrFafrArL0ME6RaGs6gWO+BMjAVXDtJx/sRP9AYQnseCSxQYDCECODCDXqiKpJaMa0FgNQYHkfAE/LRYWDASEcBwPxhx3lQtCeEDFRBnE8MA3khPSwiOHbYDVOBbJ6EO5LIDK6BQVDh8xqQneoIHrxgkTGB7yqePobAZ5Ehg0cUKQ6D/Am7mB22UhtZnTEBGE0DwbJCHAQ0IkUNRYD4jBfCgAwQwXLngBHjQA+MXdd5kBMRADJzyMsdQFnVokkHhIh6QUnPRAH6ggQJQJ0glifTnTUiQKQmxkFlWkj4JFD8lCSpgafkBBA9BExiyd6noTfmSA7FGjDr5H7I4lZxQi6eweNflEdEVD6xAADRhP4J3CPaDbxsAlbEllWjpCcuoA80IIaaQBXDJT1BgF1rQI8dVl4SAAz5wGhKjkzvJl33JCeL4A+S4WKhwAFIQVEHTS0U5Q3DDmIVQQJr4MgWwE8hYmZsQXf24A/8oF+RCALERcGKZVQhwjKTZS3chBGQpmap5/5asaQkSGSVSEF2SIJfxMRqhdASBFAKgspsK80vGp5PB+YnDuQkoqRkqCQ/skWI3AD+75AS4YHbSKQjACARFoJdBcp0sl52bAJRCqQOg4QekJFmxUXahlC+kcZ69dGmztxg6sZrwaQlVGQlXeWmh5AQPFg1HoHen6J+BkQPcuDS2IFn140352GVqqRkwNxcfUYtxOZdv5p+GIATwYWGSiQwFsABZEica+pDL95eBuSCEGReGiZiK6Ykmqgi6xAQksKLJ0AKchhU8wCHGtKEydpmZ6UxI15k/RZRZgSnAAoY9qghaWJ0rygRbqCkxWpmu6Y/CI5uRQJsAdyFd8mO6ef+liZAVp7mibkABWDEH/ZmkMop7xUmRCbIeSLCcVWEDznkf0cmmiXBfOSmkyFAEOHAFN7CYlaSkGradBDYj37kc4pkD5JkD5kmoipAETVChmwhrWqAFJYo/kApg8rle9IlX92kYNqCfypEEdcqpiIADMdBiiIoMRFAF1mCTX9qXB9oHCboce9KggAqhSXieOCCSW0oTfmBvdsqEHcqWHeaWIsqSJEqr4pWrysAAeDU0rXSqXsaMP+CMg1mY/6SjPeCo2ioMBaCliEoEC6Av91hD4gpOTFqOmwmlnzmlomml7QoM8IqoRbABuWAh0TqCYQqbYypz61GbaIqbaxqwvwD/qi/DBLjAo1t0r8qUp8e5p8qZJX8aqNBJsdcwsIhaADaZrGPDsckkqd25A5UansoxnuUJrSZbsYfKrcjAAPlQr0p4p0eWqkPJqi+an1MRq7Oas71gscVYBRM7eTgYrMO6oMb6oNEQoUzrC057sV/1q9dmkQJzCtUaonCJrRi6tfogFSVgk05QBG/Ks39QADMAsBsrtDgFBbgVCUxyrjiarj2QmOuqsWr7C5I1iLIht8wwAAWAs4+Ktw9VVaGlBFOQh/vqmVIamlVauNngHuHpBwqpuMxgAaU6Pi4rQUOwBE9AHD8ABWT6sGd6m2rKudggL5tjA1XQtTpZBFc3SKcb/0GYgV0OUgYg26ci25zPOai0+wtZQay6q5MUwABg22tjVos/pQoze6mZuqnLCwxNIAQCUAI2oKKiqwzuKbXsNmAQwkj12apIu5+yyrLLiwfE4AMDEIflqwxFML2lJldOMg+2QqwM2nfHmrXyu7x6IQg7m7/IsAFVEEg9gAS4kH6Q60TI4gGmQC6Z0WGpsAMTNQEKYLsI270wYW84cAQxwMDMoEC1QBoLALRz87tS8wSZgR5hcBIxogp76gIdAEhfBYAk7BN+wANFQI8qrKsPmoEPQbiRI8Nmw1Kp4E9K8AQ7ACNLwMN4JQRaEHBHwMRBXCt1sgVHvAxMICJy48V64//EN6MDaYAsQyUjx9kHsyAAnKYybVQN9ffF+sAhIcCecvsrIQAffmGvFZxD1rO+F+BPOzABHZAEMsMD7iGWyuEcehwRWolZY7wM6+lJU0rInqUZQ3As+8QBHeBmCKAXYIUDIjAVz2q3lVwYAvCbmcyiQwwbyvs8ahw18QBaE/AGExoCp0EVONIh0ZChr9wPWIGyR0wBESYaMNyyhYxDQ7BnTzACbzAHsXHCpbQctjADfkCqSVC6x9wLFEq+s3wMFNCJNuhAuZwmF5zBkbDBxOHBixzC+TDC4/wSQOBJXrUhfhC35zwA0JAD3hy0sETDOmDDOBwLatkHPOzDxZbPMaH/BY8ZntVgAwxgxOeMDMUHZHncxNFcOVC8BFJMxVaMxX6gxVyMxhJ9Oj1wBVBhqea80cjAPCcgzjPTzknCxm5cizsQx3Ncx0Zwx+Da0k+TEF2QBBeaXDStDAMgAAhwwMGi00hyyPGQyLDAyI6cC5CMppNs1FwhFUnAQEQsy039B1vAqyztNFR9hyYhylJAyqaMyrC2ynXCXWAtEYZhCzThx0cMAqLhycm0yx7Qy78czEIwzF5QzGud174gYZJlA4x71syQl8/M1iHdN9M8BNV8zdl8n6nYzd9saTjt2I2QKVkCG8rc1PvrWsvhRoGY05ldKu/MwUh3XR38wfZ8b6b9/xhsliVE4NdjHL2uplVO8UbQLEEIrdBRwtA73MO5ENG9PRhIoBdAIAIzTdnJUAFapak8cAV3AdIlNNIlXcW/htIqbZ+NPd1ooQFIQBpmrd09qydAkARdwIGXLS1tPRk87bo+DdQmQMeeOtQJUdTs3ROBpJVMwKzaXQVFUA0hoNS7JN7A6yKIrMha/ciRDD+UfOBaIQYCMANAEKBHzKUgKUgUzj+gDNdy/WN0rcqsjNcerhX20QQDkN3yzaIDENkKleIRRNiGrRzArFWJzReLbaQzrhU+QL8LnOPLUADE2lo+fj6b3dnYjBWgzc05N9rhnOQ9UQsUgONOfgwDQARmN/+AaTzb4lHbGozbqqDbIuzl3BEbAD3muspKeDHlNrPcOnDDza3DkvDQ0Q3Ecg4dPBAETG3nzFB8NpBVYqDnN0PeUWLS590BWbzF6l3o0JEYit5vuZCImM19bezfcHwSQT3gRP3Rmm4WTCDc2q0TCwrpGmPVfYDVi9zIGu7VwLjqt7HanQ4zCACaac59b30Ko1zKLl6/MH7XrszrWnFAv24QjtO2sr4xQO7LQo7Yis3Yzg4Zz+vkA8CAw242VW7NV67N1qDl3gzOpd3t+6AT0X4TAxAEBaR3OYDc3bLfnBBiP5AqwaqSpnABHPAGmdIEsejut2Gpr3YD3z7mJAk34dz/FSGwCwyj75lwdKvAUhZ5EsTRBwbgABogyV+L8AFiwjxQBbga7wZRAxUQYfgdArZyMRaPCXPxBUH1VkMAF2WwWFywBjDQA0yBIXRI8gkPgtXg6p0+7997A7lpuxWv5kLBKB1xDnIBDwzWJSHwnLEhjER/GwH3cFVA4mOeReEJKlFLKzN/CamyA1EQWj6lAz5/Jy4KBNWiacbc9azBEE2wBb6u8slw4/hRs1IdIFDfPy7iIBCiA/OV9QhQHTagBxfiB2KQEL2L99R9C/Ht9wVBBHVSIQwh84UPFAewgw+AGQkAA1+VKcrRA0bepZFv+ZCRA0YwAE2u+T6nqD0O+qUi/wWl32MakCUUbUH+/KCvWgJnD/s9kRW1b/s+p1VHkN9botP87u9i1AcAnxk9BkpCgKTIDx3A5/i4YwNBwODMvwxl7gespuqEkssY/wMa/xEcnwoeHwDV1Evt3v0x8XliqYG7AAgYf4OEhYaHiImKi4yNjEUMQj1+lJWWl5iZmpucnZk3Jn2io6SlpqeoqalDOl9ROlFTQ2B9ZX1PXGswSDd+NjZCTb2exMXGx8jJysvMzc7ENn4hOTc4TTwVNY7b3N3e3ExJfk7P5c6gqunq66g/rHA6ojvuOzsGMDhGPjk+NkBAOKKZG0iwoMGDCJcJyZHDj48ePgoM+EaxokVHFf8G5BCXsKMldOxCikSlJN6OKB76SNGhQxcOSguMNOkhwUeTIzw86tzJs2fPIzhu+OABhAeTi0iTJmXSzydCkCOjjtyxRMcOllcNBJiGQMgRGzdsaMlBFM8Rp2jTql27yR+OHkB6VCmgtK5dbhYK5GRbDqrUv+oOTHnyQMeBBDD83MDzK0ePr15wCAnBw4cVvpgzazYYokeToVXu3B1NOlGVIJuZ+QXMGpWUwgkCaAio5eENIL/8COiBY46Pt6mDCx/eqQQPHDnoll7OnAhZGzmA7BNIHNPq1uqe9PlRso+OH6OkzDugIzZYIXiqq1/P/pOfJEWKMJ9PukARh0Js5KP/3v46dlQ6TNHHPEtsp8MQQ/SRYIFaJYGEHzi81N6EFAq3AFBAVEDfhndtgdoNSQiBgwAV+vefKay4AosstNiCiy68+AKMMBXWaONaAgjhwwBBcOijUnpV8luJoZyYjjs6wCMPPfbgow8//gDE341UVokQAkAQQcGPXF5kAQNhvTTleiYaOUp3J6W0Ukv4wCQTTTbhZOWcdBKUgyBd5kkRBnrZABGRZqpClVVY6aAVV16BJRZZQJhV56OQJgMEBvLpaWk3FNzwVUMUlhmoYIQZhphijEH3mA2RTVbZZZG26qomFRBx6azbBFGFYpN0WmSgrsEmG2224RbNbr39luur/8i6GsRRtDbLCAa3JsGYH9TcoAUQxHnKjnbcxfNdeOOVF8B56SVr7rmUTAMEP37g6ey7iRTQRBK/HHcDRFpku6tUAQ74Q4E/HJjggn00+GCE6CaM7BHUOJFPFczCK3EhdxTA2w3R8XBFD8MIp206Kb4Syyy13JLLLr38EkzHCrdc5w08HAHEAG5MbHMhGMTwCxBJdMHDDSyn9rEqSCrp7xD13JPPPv38E5DLUM8J3RFO+BDxzTdTUAQPNoSQBECcerxvVGiipBJLLrk5U0037RX12zVGZ4UTW0yE9d1M2ICEP2RVN3Qqg15F6KE5dPVVWGOVdRbcjE/ow4NMtHD35P8S2cB1WGNq9jcqoBZ2WGKLNXZqqpRZ1vjp6+VgAwVVTO56AUyEaUO5Yrf2mriziRVsbsT6BhzqwHucnOvEV0BBEk4Ao68pVID3w1VY9BHFEAEXiDR55t2AXvDcr/eL3k3kIEITfhhPPPFBENEDOcuXkmA8fVzQxxJksCSKHQgaDKGE3fcvHGUB8cEccGO+8xGPAUZwwhzaV4qrxGIHoqACBBU0BK3ESGU08p8GNdMDYORrGlXYkgGJNwAMIIeBZ+LODsIQsHpE4QdR0EW+mBalp23whmzJjYSCIMIREq8IQQhbcK7zAy4ETAoDY0UGEkMUK7yJbXLCoRTRcoONFeX/BrLyoQExwAQUiuIJ9XAeeVbAgnFoSnWIY5SjpshGnjAEAV8hAh20OEIPDYeIA9KBEn4QgR4kgWuKcUhASLeqNhrSI9MSQhDsRkcDoqZ2DTRQBCLkA4f4AQk+EBElemesQ3ryIDBDAhEq1UhHYgAYORDGgzAThx0oYQdTOMAesbCCCO3mk7jUCXSA8ZUQUOIG6SulFplAgegIAQhBS0sT3iAKKARMBysAQD78gAABuC2X2LRTJXOAg7iUAAdEYKQwR5g+ogQDMz7owBME1Icx9AIHIdAk/7JJz3JEYxrVuIYTlDNOLRKhCkQRolqAoAYo9GEFNnDCDYwQs8vlYHH1/4woMxbSkIf8Boj9bCQRnCMEzNjABDKwwREQQC+ivOQ2OeioRFeaDKAIhShGcVdGtcjDzDkFBzmhBg4UCIQZUIIoSBAoS4fKCbfARS78nCkdmYABzDDEBzcgRyZ9gKWXrA9bRM0qJzrzGR6ERqnjfGQO3wIQ7eEhqL/5Cli0ylZNGAcHTEgqWOm4gQL4AjkBoV1b9+pR1SXKl0eASFzn2k8QFCEHVbNBE2zK18b2hF3c9GYPEFCEqxG2lBsIQjdVN0/HerYn99TpNXxQBJleVphaO+Y+PsvanlDUIRCBq2VPK8wqFGGnnW2tbg3i0qEUZbC0VSoFgsjY3Rq3GUaNy/9cgjvXDdznuNAdCFdBIxrmzhUEdo2udp3xVuBat7kVsCYlcqCF4m53t7v8qx8CazW5flepQWiqBPjBzfPal1rb7GYPSjDZyr6XthADixasYN77fja0+axMaf8b3CDYlTcFNrBjX2tR2TKYuVWoQBGSIFQJ67a3MPXuhYNLqQh7eK/JReqI31uBLp74uNP1anVX/N3Mvvi43XUvjYNbABNa8sZZ7VoHMYaHXoQAdlvY8YWJUIFqKMbEQG6j5X5xBdVxrYBKvrBEgOCwSkZZovrp6GQvGYMNZJnGG6ADA77M0r1poZtHEAIRenTmHWOACGyW6Gd+aoMgkLLONB5lnuv/mYM5+BKL4gQ0jQsg1kHjUgTrSt8cFX3mIDTa0YdcbAgprWgiMGFrfjACMAKCBBHlYJWYfltOnEAvuIiDh5zmdHx9IAI/aOGPuDLCsVINNXEI4DaWK8AoYx3rTwtABAH0QjV4YARev+0lOIjJDYqQaGIregNMwHNYwjKHezk7anvLgQBsMIAZW5vYTAhvD0SAWB6Q6NsuC11c/3xuYnPRCL3QdW7hba4mCIECPax3vSlAhAIAB8r8plNEdCxwaw+ACAKYVsLRZWkGNPzihJAIEYLyldoYQa8TV096ewmhbfMgBwygN8YvHtcQ0CgoHAs5eyCr3xJUQw42KMKcV85z/0JgIH2UKAEQroBwmacFwdbgQU6aMIAk9/zpg2AAE7hJDlQbfTgUjq1sLQ71rrsBiL++unpAXJQcfL3raCcED8knduKkeC50TnvaCwCxtg8nxl+Vu94HkdlL2x0zxoEdw/fedQpsoZLItNxCw2QEjvxdGUDQAtAaMjt/iCGh+YhQOAdPeLQzIQgb8MG4RRrzojyeGbXhGE5/ATTkRKMERoBd52dvCAwMoArIyQ9jznl6ZdzrCgGtRr4VgwCJmJb2tLd0D/CAg30ApcO97wTQeNCFr/3CYdCxtJmRz/1CaMk5ELKBqKOPjMgmIQSKx00BGN399hvCuQUQyALJf4yT4/8m3BuNu/v3PwgtFYHL9GcMrDdlAyAR/HeAhuBpeBaAxMAYAXEDIoaAEvgHmTUAyTMMX5EEPUAZvoRVzqYFQvcQNlBJlod5RnBSTVAFwzaBLEgIKhgEC3Ab4fMSTrAuPANvORACTnAW3QQW1aA6fgB7pbV+LViEhTAAIMAEP1NfxzEDtAZvftIZ1CJqw3cDxVdCRpiFhpA+RZBAQREUXoaDVrg3P4N9OaB9WpiGhlAABCcAJeAHk8B2zqYfrZcTPbh++qeGevgHNZBtqNED+QJvfyQENxACQJN/e5iIh1AEEON4vDYiinUDsWKAiliJhlAFPOJ3eRYNRuBg1WaJoDj/CMMVBD0gbsPQfLAFVXoDU+8WZGIiAg+SBFalH92Wc8TEdaGYi4cwF/+EAxy2LtjXUVAiIriWVUjAbEhAdA2BBDWYE0bgaceni9JYCEzwaX5QLgmEBE7DEOOwbxG1Sx3UAwIQEMjxT0UQcNOYjofABJgYBFOmGNwUFtxUdIbEEFVmBPhUBBVQANunjv64CMPFVCBCIjgwA18BUUMVEDkAAFpwB542W/8YkaYxZ0wgAGJAUdBXTz9DbTEgORL5kdzAAHRQAAwQj1kVBPsYjSC5ks9SBRvwcytlaZbGkjRpEQUHMV+BJUBzST4gDtwUFECDBF+IMb5ACdHgbpURENek/xb3Ui8L8GvDEg355gTUwFBrpVjRAITAZB/UVpNeiRQWYGkl9GQcczEYox8+MB1hsS4gEiE5ARc8oAXMlhn7gBxxATQ3oI3UcBxFSS29MAk3IAI8MABMFR9feZh2MQBFUAD7SAcnBFVD4Qf/8GYSwAMcgzFHYC3IdBl4EIZrgQOSdwR/NA3l9T2L9RXvwQ/6QFoDUAEVYAGIGZvLsQEbBUQMhUwaszdUWUk+2RB52ZNn4IFrgRvIEVSSwU1vCCEdhAQ9sADYRpLhJJvSuSEa12IM4ESqpR84FRczgAOb4ieYEW3SoTp6E4VLaFtMwAArOJ3sySV5MZKwwzra01EywYpNk7CUaTEiXiAjXMYArWkfsNaeAuoshOlgn1ZafpVMVAQJTFBC1ZiHAxqhNoNtmfV5MimTB3GhGupgKiehHtpIwrZRIjqiJFqiIzpcsLOYnPehLNqiLvqiMBqjMjqjNFqjNnqjOJqjOrqjPNqjPvqjQBqkQjqkRFqkRnqkSJqkSrqkTNqkTpqjgQAAOw=="/>
  <p:tag name="MIO_PRESI_FIRST_SLIDENUMBER" val="1"/>
  <p:tag name="MIO_FALLBACK_LAYOUT" val="14"/>
  <p:tag name="MIO_SHOW_DATE" val="True"/>
  <p:tag name="MIO_SHOW_FOOTER" val="True"/>
  <p:tag name="MIO_SHOW_PAGENUMBER" val="True"/>
  <p:tag name="MIO_AVOID_BLANK_LAYOUT" val="False"/>
  <p:tag name="MIO_NUMBER_OF_VALID_LAYOUTS" val="18"/>
  <p:tag name="MIO_MST_COLOR_1" val="0,0,0,Dunkel 1"/>
  <p:tag name="MIO_MST_COLOR_2" val="255,255,255,Hell 1"/>
  <p:tag name="MIO_MST_COLOR_3" val="255,255,255,Dunkel 2"/>
  <p:tag name="MIO_MST_COLOR_4" val="235,235,235,Hell 2"/>
  <p:tag name="MIO_MST_COLOR_5" val="255,165,0,Akzent 1"/>
  <p:tag name="MIO_MST_COLOR_6" val="191,115,0,Akzent 2"/>
  <p:tag name="MIO_MST_COLOR_7" val="226,135,0,Akzent 3"/>
  <p:tag name="MIO_MST_COLOR_8" val="255,194,102,Akzent 4"/>
  <p:tag name="MIO_MST_COLOR_9" val="95,95,95,Akzent 5"/>
  <p:tag name="MIO_MST_COLOR_10" val="38,38,38,Akzent 6"/>
  <p:tag name="MIO_MST_COLOR_11" val="255,165,0,"/>
  <p:tag name="MIO_MST_COLOR_12" val="119,119,119,"/>
  <p:tag name="MIO_HDS" val="True"/>
  <p:tag name="MIO_EK" val="10311"/>
  <p:tag name="MIO_UPDATE" val="True"/>
  <p:tag name="MIO_VERSION" val="30.06.2017 15:29:39"/>
  <p:tag name="MIO_DBID" val="ED9FF2F2-6643-46BA-B685-7D49126FFAFF"/>
  <p:tag name="MIO_LASTDOWNLOADED" val="10.07.2017 14:56:51"/>
  <p:tag name="MIO_OBJECTNAME" val="Automotive, 16x9"/>
  <p:tag name="MIO_LASTEDITORNAME" val="Leon Kirchner_ext"/>
</p:tagLst>
</file>

<file path=ppt/tags/tag2.xml><?xml version="1.0" encoding="utf-8"?>
<p:tagLst xmlns:p="http://schemas.openxmlformats.org/presentationml/2006/main">
  <p:tag name="MIO_FALLBACK_LAYOUT" val="1"/>
  <p:tag name="MIO_SHOW_DATE" val="False"/>
  <p:tag name="MIO_SHOW_FOOTER" val="False"/>
  <p:tag name="MIO_SHOW_PAGENUMBER" val="False"/>
  <p:tag name="MIO_AVOID_BLANK_LAYOUT" val="True"/>
  <p:tag name="MIO_NUMBER_OF_VALID_LAYOUTS" val="18"/>
  <p:tag name="MIO_MST_COLOR_1" val="0,0,0,Dunkel 1"/>
  <p:tag name="MIO_MST_COLOR_2" val="255,255,255,Hell 1"/>
  <p:tag name="MIO_MST_COLOR_3" val="255,255,255,Dunkel 2"/>
  <p:tag name="MIO_MST_COLOR_4" val="235,235,235,Hell 2"/>
  <p:tag name="MIO_MST_COLOR_5" val="255,165,0,Akzent 1"/>
  <p:tag name="MIO_MST_COLOR_6" val="191,115,0,Akzent 2"/>
  <p:tag name="MIO_MST_COLOR_7" val="226,135,0,Akzent 3"/>
  <p:tag name="MIO_MST_COLOR_8" val="255,194,102,Akzent 4"/>
  <p:tag name="MIO_MST_COLOR_9" val="95,95,95,Akzent 5"/>
  <p:tag name="MIO_MST_COLOR_10" val="38,38,38,Akzent 6"/>
  <p:tag name="MIO_MST_COLOR_11" val="255,165,0,"/>
  <p:tag name="MIO_MST_COLOR_12" val="119,119,119,"/>
  <p:tag name="MIO_HDS" val="True"/>
  <p:tag name="MIO_EK" val="10311"/>
  <p:tag name="MIO_UPDATE" val="True"/>
  <p:tag name="MIO_VERSION" val="15.02.2018 16:15:32"/>
  <p:tag name="MIO_DBID" val="ED9FF2F2-6643-46BA-B685-7D49126FFAFF"/>
  <p:tag name="MIO_LASTDOWNLOADED" val="05.07.2018 09:18:33"/>
  <p:tag name="MIO_OBJECTNAME" val="Automotive, 16x9"/>
</p:tagLst>
</file>

<file path=ppt/theme/theme1.xml><?xml version="1.0" encoding="utf-8"?>
<a:theme xmlns:a="http://schemas.openxmlformats.org/drawingml/2006/main" name="Continental AG, 16x9">
  <a:themeElements>
    <a:clrScheme name="Continental 2013-06-21">
      <a:dk1>
        <a:srgbClr val="000000"/>
      </a:dk1>
      <a:lt1>
        <a:srgbClr val="FFFFFF"/>
      </a:lt1>
      <a:dk2>
        <a:srgbClr val="FFFFFF"/>
      </a:dk2>
      <a:lt2>
        <a:srgbClr val="EBEBEB"/>
      </a:lt2>
      <a:accent1>
        <a:srgbClr val="FFA500"/>
      </a:accent1>
      <a:accent2>
        <a:srgbClr val="BF7300"/>
      </a:accent2>
      <a:accent3>
        <a:srgbClr val="E28700"/>
      </a:accent3>
      <a:accent4>
        <a:srgbClr val="FFC266"/>
      </a:accent4>
      <a:accent5>
        <a:srgbClr val="5F5F5F"/>
      </a:accent5>
      <a:accent6>
        <a:srgbClr val="262626"/>
      </a:accent6>
      <a:hlink>
        <a:srgbClr val="FFA500"/>
      </a:hlink>
      <a:folHlink>
        <a:srgbClr val="777777"/>
      </a:folHlink>
    </a:clrScheme>
    <a:fontScheme name="Continental AG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9525">
          <a:solidFill>
            <a:schemeClr val="tx1"/>
          </a:solidFill>
        </a:ln>
      </a:spPr>
      <a:bodyPr rtlCol="0" anchor="ctr"/>
      <a:lstStyle>
        <a:defPPr algn="ctr">
          <a:defRPr sz="1600" dirty="0" err="1" smtClean="0">
            <a:solidFill>
              <a:schemeClr val="bg2">
                <a:lumMod val="10000"/>
              </a:schemeClr>
            </a:solidFill>
          </a:defRPr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 (CCT)" ma:contentTypeID="0x010100C54AEFCD9DBB4E319E8DEF77F32B830D00AE79839D9D6F4B47B10B7C8E29CF8310" ma:contentTypeVersion="36" ma:contentTypeDescription="Document Content Type (CCT)" ma:contentTypeScope="" ma:versionID="2b7c9a11e73a6a007c77d12b0a22c948">
  <xsd:schema xmlns:xsd="http://www.w3.org/2001/XMLSchema" xmlns:xs="http://www.w3.org/2001/XMLSchema" xmlns:p="http://schemas.microsoft.com/office/2006/metadata/properties" xmlns:ns1="http://schemas.microsoft.com/sharepoint/v3" xmlns:ns3="eeffe1ba-ca53-4105-aa61-cbfb1d9df122" xmlns:ns4="2e63ec38-0453-4a13-ab37-4809ddebc1b6" targetNamespace="http://schemas.microsoft.com/office/2006/metadata/properties" ma:root="true" ma:fieldsID="1072da44f7a2f845fec4e4d5207ecd4b" ns1:_="" ns3:_="" ns4:_="">
    <xsd:import namespace="http://schemas.microsoft.com/sharepoint/v3"/>
    <xsd:import namespace="eeffe1ba-ca53-4105-aa61-cbfb1d9df122"/>
    <xsd:import namespace="2e63ec38-0453-4a13-ab37-4809ddebc1b6"/>
    <xsd:element name="properties">
      <xsd:complexType>
        <xsd:sequence>
          <xsd:element name="documentManagement">
            <xsd:complexType>
              <xsd:all>
                <xsd:element ref="ns1:Status" minOccurs="0"/>
                <xsd:element ref="ns1:Comments" minOccurs="0"/>
                <xsd:element ref="ns1:Language" minOccurs="0"/>
                <xsd:element ref="ns1:Owner" minOccurs="0"/>
                <xsd:element ref="ns1:SecurityClass" minOccurs="0"/>
                <xsd:element ref="ns1:ValidUntil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DateTaken" minOccurs="0"/>
                <xsd:element ref="ns3:MediaServiceLocation" minOccurs="0"/>
                <xsd:element ref="ns4:SharedWithUsers" minOccurs="0"/>
                <xsd:element ref="ns4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Status" ma:index="10" nillable="true" ma:displayName="Status" ma:default="Draft" ma:description="Document Status" ma:internalName="Status" ma:readOnly="false">
      <xsd:simpleType>
        <xsd:restriction base="dms:Choice">
          <xsd:enumeration value=""/>
          <xsd:enumeration value="Not started"/>
          <xsd:enumeration value="Draft"/>
          <xsd:enumeration value="Reviewed"/>
          <xsd:enumeration value="Released"/>
          <xsd:enumeration value="Valid"/>
          <xsd:enumeration value="Outdated"/>
          <xsd:enumeration value="Invalid"/>
        </xsd:restriction>
      </xsd:simpleType>
    </xsd:element>
    <xsd:element name="Comments" ma:index="11" nillable="true" ma:displayName="Comment" ma:internalName="Comments">
      <xsd:simpleType>
        <xsd:restriction base="dms:Note">
          <xsd:maxLength value="255"/>
        </xsd:restriction>
      </xsd:simpleType>
    </xsd:element>
    <xsd:element name="Language" ma:index="12" nillable="true" ma:displayName="Language" ma:default="English (en)" ma:description="Document Language" ma:internalName="Language" ma:readOnly="false">
      <xsd:simpleType>
        <xsd:restriction base="dms:Choice">
          <xsd:enumeration value="Arabic (ar)"/>
          <xsd:enumeration value="Bulgarian (bg)"/>
          <xsd:enumeration value="Chinese (zh)"/>
          <xsd:enumeration value="Croatian (hr)"/>
          <xsd:enumeration value="Czech (cs)"/>
          <xsd:enumeration value="Danish (da)"/>
          <xsd:enumeration value="Dutch (nl)"/>
          <xsd:enumeration value="English (en)"/>
          <xsd:enumeration value="Estonian (et)"/>
          <xsd:enumeration value="Finnish (fi)"/>
          <xsd:enumeration value="French (fr)"/>
          <xsd:enumeration value="German (de)"/>
          <xsd:enumeration value="Greek (el)"/>
          <xsd:enumeration value="Hebrew (he)"/>
          <xsd:enumeration value="Hindi (hi)"/>
          <xsd:enumeration value="Hungarian (hu)"/>
          <xsd:enumeration value="Indonesian (id)"/>
          <xsd:enumeration value="Italian (it)"/>
          <xsd:enumeration value="Japanese (ja)"/>
          <xsd:enumeration value="Korean (ko)"/>
          <xsd:enumeration value="Latvian (lv)"/>
          <xsd:enumeration value="Lithuanian (lt)"/>
          <xsd:enumeration value="Malay (ms)"/>
          <xsd:enumeration value="Norwegian (no)"/>
          <xsd:enumeration value="Polish (pl)"/>
          <xsd:enumeration value="Portuguese (pt)"/>
          <xsd:enumeration value="Romanian (ro)"/>
          <xsd:enumeration value="Russian (ru)"/>
          <xsd:enumeration value="Serbian (sr)"/>
          <xsd:enumeration value="Slovak (sk)"/>
          <xsd:enumeration value="Slovenian (sl)"/>
          <xsd:enumeration value="Spanish (es)"/>
          <xsd:enumeration value="Swedish (sv)"/>
          <xsd:enumeration value="Thai (th)"/>
          <xsd:enumeration value="Turkish (tr)"/>
          <xsd:enumeration value="Ukrainian (uk)"/>
          <xsd:enumeration value="Urdu (ur)"/>
          <xsd:enumeration value="Vietnamese (vi)"/>
        </xsd:restriction>
      </xsd:simpleType>
    </xsd:element>
    <xsd:element name="Owner" ma:index="13" nillable="true" ma:displayName="Owner of the Document" ma:description="Owner of the Document" ma:internalName="Owner_x0020_of_x0020_the_x0020_Document" ma:readOnly="false">
      <xsd:simpleType>
        <xsd:restriction base="dms:Text"/>
      </xsd:simpleType>
    </xsd:element>
    <xsd:element name="SecurityClass" ma:index="14" nillable="true" ma:displayName="Security Class" ma:default="Internal" ma:description="Security Class of Document" ma:internalName="SecurityClass" ma:readOnly="false">
      <xsd:simpleType>
        <xsd:restriction base="dms:Choice">
          <xsd:enumeration value="Internal"/>
          <xsd:enumeration value="Public"/>
          <xsd:enumeration value="Confidential"/>
        </xsd:restriction>
      </xsd:simpleType>
    </xsd:element>
    <xsd:element name="ValidUntil" ma:index="15" nillable="true" ma:displayName="Valid Until" ma:description="Document Valid Until" ma:format="DateOnly" ma:internalName="ValidUntil" ma:readOnly="fals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effe1ba-ca53-4105-aa61-cbfb1d9df12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6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7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8" nillable="true" ma:displayName="Tags" ma:internalName="MediaServiceAutoTags" ma:readOnly="true">
      <xsd:simpleType>
        <xsd:restriction base="dms:Text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2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e63ec38-0453-4a13-ab37-4809ddebc1b6" elementFormDefault="qualified">
    <xsd:import namespace="http://schemas.microsoft.com/office/2006/documentManagement/types"/>
    <xsd:import namespace="http://schemas.microsoft.com/office/infopath/2007/PartnerControls"/>
    <xsd:element name="SharedWithUsers" ma:index="2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 ma:index="8" ma:displayName="Author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 ma:index="9" ma:displayName="Keywords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anguage xmlns="http://schemas.microsoft.com/sharepoint/v3">English (en)</Language>
    <Status xmlns="http://schemas.microsoft.com/sharepoint/v3">Draft</Status>
    <Owner xmlns="http://schemas.microsoft.com/sharepoint/v3">Andras Roka</Owner>
    <ValidUntil xmlns="http://schemas.microsoft.com/sharepoint/v3" xsi:nil="true"/>
    <SecurityClass xmlns="http://schemas.microsoft.com/sharepoint/v3">Confidential</SecurityClass>
    <Comments xmlns="http://schemas.microsoft.com/sharepoint/v3">Collection of ideas for improving Object Detection performance on system level.</Comment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3.xml><?xml version="1.0" encoding="utf-8"?>
<ds:datastoreItem xmlns:ds="http://schemas.openxmlformats.org/officeDocument/2006/customXml" ds:itemID="{1D554121-75E1-465F-85E9-278B440FDC90}">
  <ds:schemaRefs/>
</ds:datastoreItem>
</file>

<file path=customXml/itemProps4.xml><?xml version="1.0" encoding="utf-8"?>
<ds:datastoreItem xmlns:ds="http://schemas.openxmlformats.org/officeDocument/2006/customXml" ds:itemID="{18000E00-ACC7-453C-8114-891ECAD03477}">
  <ds:schemaRefs/>
</ds:datastoreItem>
</file>

<file path=customXml/itemProps5.xml><?xml version="1.0" encoding="utf-8"?>
<ds:datastoreItem xmlns:ds="http://schemas.openxmlformats.org/officeDocument/2006/customXml" ds:itemID="{986C3DF5-D8FD-47D8-822B-34652C8FD376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6333</Words>
  <Application>WPS 演示</Application>
  <PresentationFormat>On-screen Show (16:9)</PresentationFormat>
  <Paragraphs>289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4" baseType="lpstr">
      <vt:lpstr>Arial</vt:lpstr>
      <vt:lpstr>宋体</vt:lpstr>
      <vt:lpstr>Wingdings</vt:lpstr>
      <vt:lpstr>微软雅黑</vt:lpstr>
      <vt:lpstr>Arial Unicode MS</vt:lpstr>
      <vt:lpstr>Continental AG, 16x9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Continental AG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Andras Roka</dc:creator>
  <cp:lastModifiedBy>哎吆喂</cp:lastModifiedBy>
  <cp:revision>132</cp:revision>
  <dcterms:created xsi:type="dcterms:W3CDTF">2018-02-15T15:15:00Z</dcterms:created>
  <dcterms:modified xsi:type="dcterms:W3CDTF">2025-05-27T06:44:04Z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0x010100C54AEFCD9DBB4E319E8DEF77F32B830D00AE79839D9D6F4B47B10B7C8E29CF8310</vt:lpwstr>
  </property>
  <property fmtid="{D5CDD505-2E9C-101B-9397-08002B2CF9AE}" pid="3" name="Order">
    <vt:r8>77500</vt:r8>
  </property>
  <property fmtid="{D5CDD505-2E9C-101B-9397-08002B2CF9AE}" pid="4" name="GUID">
    <vt:lpwstr>f02c1f4a-973b-4d0b-9716-a125afeca012</vt:lpwstr>
  </property>
  <property fmtid="{D5CDD505-2E9C-101B-9397-08002B2CF9AE}" pid="5" name="ClassificationContentMarkingFooterLocations">
    <vt:lpwstr>Continental AG, 16x9:6</vt:lpwstr>
  </property>
  <property fmtid="{D5CDD505-2E9C-101B-9397-08002B2CF9AE}" pid="6" name="ClassificationContentMarkingFooterText">
    <vt:lpwstr>Internal</vt:lpwstr>
  </property>
  <property fmtid="{D5CDD505-2E9C-101B-9397-08002B2CF9AE}" pid="7" name="ICV">
    <vt:lpwstr>0846225F37F045498657A987E72F65F1_13</vt:lpwstr>
  </property>
  <property fmtid="{D5CDD505-2E9C-101B-9397-08002B2CF9AE}" pid="8" name="KSOProductBuildVer">
    <vt:lpwstr>2052-12.1.0.21171</vt:lpwstr>
  </property>
</Properties>
</file>